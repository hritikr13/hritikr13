
<file path=[Content_Types].xml><?xml version="1.0" encoding="utf-8"?>
<Types xmlns="http://schemas.openxmlformats.org/package/2006/content-types">
  <Default Extension="bin" ContentType="application/vnd.openxmlformats-officedocument.oleObject"/>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4" r:id="rId4"/>
    <p:sldMasterId id="2147483957" r:id="rId5"/>
  </p:sldMasterIdLst>
  <p:notesMasterIdLst>
    <p:notesMasterId r:id="rId7"/>
  </p:notesMasterIdLst>
  <p:handoutMasterIdLst>
    <p:handoutMasterId r:id="rId8"/>
  </p:handoutMasterIdLst>
  <p:sldIdLst>
    <p:sldId id="1989" r:id="rId6"/>
  </p:sldIdLst>
  <p:sldSz cx="12192000" cy="6858000"/>
  <p:notesSz cx="6858000" cy="9144000"/>
  <p:custDataLst>
    <p:tags r:id="rId9"/>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gemini Masters" id="{4E249A1C-D928-4AC0-A77C-65440B7A141B}">
          <p14:sldIdLst>
            <p14:sldId id="1989"/>
          </p14:sldIdLst>
        </p14:section>
      </p14:sectionLst>
    </p:ext>
    <p:ext uri="{EFAFB233-063F-42B5-8137-9DF3F51BA10A}">
      <p15:sldGuideLst xmlns="" xmlns:p15="http://schemas.microsoft.com/office/powerpoint/2012/main">
        <p15:guide id="5" orient="horz" pos="2341" userDrawn="1">
          <p15:clr>
            <a:srgbClr val="A4A3A4"/>
          </p15:clr>
        </p15:guide>
        <p15:guide id="7" pos="3659"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F497D"/>
    <a:srgbClr val="0B79AA"/>
    <a:srgbClr val="CAD1A1"/>
    <a:srgbClr val="4BACC6"/>
    <a:srgbClr val="AABED2"/>
    <a:srgbClr val="0070AD"/>
    <a:srgbClr val="FF7E83"/>
    <a:srgbClr val="2B0A3D"/>
    <a:srgbClr val="00C3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50A7E9-CB84-4BF0-AD9D-B7BA5EC23CA2}" v="3" dt="2021-05-24T05:32:37.184"/>
    <p1510:client id="{BDA56503-2F5F-4890-A981-3E802E3B1002}" v="206" dt="2021-05-23T16:16:25.1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71" autoAdjust="0"/>
    <p:restoredTop sz="93792" autoAdjust="0"/>
  </p:normalViewPr>
  <p:slideViewPr>
    <p:cSldViewPr>
      <p:cViewPr>
        <p:scale>
          <a:sx n="75" d="100"/>
          <a:sy n="75" d="100"/>
        </p:scale>
        <p:origin x="-498" y="90"/>
      </p:cViewPr>
      <p:guideLst>
        <p:guide orient="horz" pos="2341"/>
        <p:guide pos="3659"/>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74" d="100"/>
          <a:sy n="74" d="100"/>
        </p:scale>
        <p:origin x="2706"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03/07/2022</a:t>
            </a:fld>
            <a:endParaRPr lang="pt-PT" sz="900"/>
          </a:p>
        </p:txBody>
      </p:sp>
      <p:sp>
        <p:nvSpPr>
          <p:cNvPr id="4" name="Footer Placeholder 3">
            <a:extLst>
              <a:ext uri="{FF2B5EF4-FFF2-40B4-BE49-F238E27FC236}">
                <a16:creationId xmlns=""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03/07/2022</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 xmlns:a16="http://schemas.microsoft.com/office/drawing/2014/main" id="{FE8C64E9-6908-4C8D-A34B-006D18F0D6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 xmlns:a16="http://schemas.microsoft.com/office/drawing/2014/main" id="{9C8E31D1-17D2-4FF9-845C-778BEC2694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nl-NL" altLang="nl-NL"/>
          </a:p>
        </p:txBody>
      </p:sp>
    </p:spTree>
    <p:extLst>
      <p:ext uri="{BB962C8B-B14F-4D97-AF65-F5344CB8AC3E}">
        <p14:creationId xmlns:p14="http://schemas.microsoft.com/office/powerpoint/2010/main" val="13188094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emf"/><Relationship Id="rId2" Type="http://schemas.openxmlformats.org/officeDocument/2006/relationships/tags" Target="../tags/tag8.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2.xml"/><Relationship Id="rId7" Type="http://schemas.openxmlformats.org/officeDocument/2006/relationships/oleObject" Target="../embeddings/oleObject3.bin"/><Relationship Id="rId2" Type="http://schemas.openxmlformats.org/officeDocument/2006/relationships/tags" Target="../tags/tag11.xml"/><Relationship Id="rId1" Type="http://schemas.openxmlformats.org/officeDocument/2006/relationships/vmlDrawing" Target="../drawings/vmlDrawing3.vml"/><Relationship Id="rId6" Type="http://schemas.openxmlformats.org/officeDocument/2006/relationships/slideMaster" Target="../slideMasters/slideMaster1.xml"/><Relationship Id="rId5" Type="http://schemas.openxmlformats.org/officeDocument/2006/relationships/tags" Target="../tags/tag14.xml"/><Relationship Id="rId4" Type="http://schemas.openxmlformats.org/officeDocument/2006/relationships/tags" Target="../tags/tag13.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16.xml"/><Relationship Id="rId7" Type="http://schemas.openxmlformats.org/officeDocument/2006/relationships/oleObject" Target="../embeddings/oleObject4.bin"/><Relationship Id="rId2" Type="http://schemas.openxmlformats.org/officeDocument/2006/relationships/tags" Target="../tags/tag15.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18.xml"/><Relationship Id="rId4" Type="http://schemas.openxmlformats.org/officeDocument/2006/relationships/tags" Target="../tags/tag17.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vmlDrawing" Target="../drawings/vmlDrawing5.vml"/><Relationship Id="rId6" Type="http://schemas.openxmlformats.org/officeDocument/2006/relationships/tags" Target="../tags/tag23.xml"/><Relationship Id="rId5" Type="http://schemas.openxmlformats.org/officeDocument/2006/relationships/tags" Target="../tags/tag22.xml"/><Relationship Id="rId10" Type="http://schemas.openxmlformats.org/officeDocument/2006/relationships/image" Target="../media/image1.emf"/><Relationship Id="rId4" Type="http://schemas.openxmlformats.org/officeDocument/2006/relationships/tags" Target="../tags/tag21.xml"/><Relationship Id="rId9"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vmlDrawing" Target="../drawings/vmlDrawing8.vml"/><Relationship Id="rId5" Type="http://schemas.openxmlformats.org/officeDocument/2006/relationships/image" Target="../media/image2.emf"/><Relationship Id="rId4" Type="http://schemas.openxmlformats.org/officeDocument/2006/relationships/oleObject" Target="../embeddings/oleObject8.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9.xml"/><Relationship Id="rId1" Type="http://schemas.openxmlformats.org/officeDocument/2006/relationships/vmlDrawing" Target="../drawings/vmlDrawing9.vml"/><Relationship Id="rId5" Type="http://schemas.openxmlformats.org/officeDocument/2006/relationships/image" Target="../media/image2.emf"/><Relationship Id="rId4" Type="http://schemas.openxmlformats.org/officeDocument/2006/relationships/oleObject" Target="../embeddings/oleObject9.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0.xml"/><Relationship Id="rId1" Type="http://schemas.openxmlformats.org/officeDocument/2006/relationships/vmlDrawing" Target="../drawings/vmlDrawing10.vml"/><Relationship Id="rId5" Type="http://schemas.openxmlformats.org/officeDocument/2006/relationships/image" Target="../media/image2.emf"/><Relationship Id="rId4" Type="http://schemas.openxmlformats.org/officeDocument/2006/relationships/oleObject" Target="../embeddings/oleObject10.bin"/></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12.vml"/><Relationship Id="rId5" Type="http://schemas.openxmlformats.org/officeDocument/2006/relationships/image" Target="../media/image2.emf"/><Relationship Id="rId4" Type="http://schemas.openxmlformats.org/officeDocument/2006/relationships/oleObject" Target="../embeddings/oleObject12.bin"/></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13.vml"/><Relationship Id="rId5" Type="http://schemas.openxmlformats.org/officeDocument/2006/relationships/image" Target="../media/image2.emf"/><Relationship Id="rId4" Type="http://schemas.openxmlformats.org/officeDocument/2006/relationships/oleObject" Target="../embeddings/oleObject13.bin"/></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s://www.capgemini.com/insights-data" TargetMode="External"/><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image" Target="../media/image9.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14.vml"/><Relationship Id="rId5" Type="http://schemas.openxmlformats.org/officeDocument/2006/relationships/image" Target="../media/image2.emf"/><Relationship Id="rId4" Type="http://schemas.openxmlformats.org/officeDocument/2006/relationships/oleObject" Target="../embeddings/oleObject14.bin"/></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4106"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98021" y="1494771"/>
            <a:ext cx="11793979"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2212137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5130" name="think-cell Slide" r:id="rId7" imgW="360" imgH="360" progId="">
                  <p:embed/>
                </p:oleObj>
              </mc:Choice>
              <mc:Fallback>
                <p:oleObj name="think-cell Slide" r:id="rId7" imgW="360" imgH="360" progId="">
                  <p:embed/>
                  <p:pic>
                    <p:nvPicPr>
                      <p:cNvPr id="4" name="Object 3"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398021" y="2111956"/>
            <a:ext cx="11793979" cy="4026560"/>
          </a:xfrm>
        </p:spPr>
        <p:txBody>
          <a:bodyPr/>
          <a:lstStyle>
            <a:lvl1pPr>
              <a:defRPr b="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8" name="Espace réservé du texte 7"/>
          <p:cNvSpPr>
            <a:spLocks noGrp="1"/>
          </p:cNvSpPr>
          <p:nvPr>
            <p:ph type="body" sz="quarter" idx="11" hasCustomPrompt="1"/>
            <p:custDataLst>
              <p:tags r:id="rId5"/>
            </p:custDataLst>
          </p:nvPr>
        </p:nvSpPr>
        <p:spPr>
          <a:xfrm>
            <a:off x="398144" y="1495447"/>
            <a:ext cx="11813714" cy="643612"/>
          </a:xfrm>
        </p:spPr>
        <p:txBody>
          <a:bodyPr/>
          <a:lstStyle>
            <a:lvl1pPr marL="0" indent="0">
              <a:buNone/>
              <a:defRPr b="1">
                <a:solidFill>
                  <a:schemeClr val="accent2"/>
                </a:solidFill>
              </a:defRPr>
            </a:lvl1pPr>
          </a:lstStyle>
          <a:p>
            <a:pPr lvl="0"/>
            <a:r>
              <a:rPr lang="fr-FR" dirty="0"/>
              <a:t>Click to </a:t>
            </a:r>
            <a:r>
              <a:rPr lang="fr-FR" dirty="0" err="1"/>
              <a:t>edit</a:t>
            </a:r>
            <a:r>
              <a:rPr lang="fr-FR" dirty="0"/>
              <a:t> Master </a:t>
            </a:r>
            <a:r>
              <a:rPr lang="fr-FR" dirty="0" err="1"/>
              <a:t>text</a:t>
            </a:r>
            <a:r>
              <a:rPr lang="fr-FR" dirty="0"/>
              <a:t> style</a:t>
            </a:r>
          </a:p>
        </p:txBody>
      </p:sp>
    </p:spTree>
    <p:extLst>
      <p:ext uri="{BB962C8B-B14F-4D97-AF65-F5344CB8AC3E}">
        <p14:creationId xmlns:p14="http://schemas.microsoft.com/office/powerpoint/2010/main" val="842653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6154" name="think-cell Slide" r:id="rId7" imgW="360" imgH="360" progId="">
                  <p:embed/>
                </p:oleObj>
              </mc:Choice>
              <mc:Fallback>
                <p:oleObj name="think-cell Slide" r:id="rId7" imgW="360" imgH="360" progId="">
                  <p:embed/>
                  <p:pic>
                    <p:nvPicPr>
                      <p:cNvPr id="5" name="Object 4"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387334" y="1533439"/>
            <a:ext cx="5541093" cy="471550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6181954" y="1533440"/>
            <a:ext cx="5541093" cy="472558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428841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7178" name="think-cell Slide" r:id="rId9" imgW="360" imgH="360" progId="">
                  <p:embed/>
                </p:oleObj>
              </mc:Choice>
              <mc:Fallback>
                <p:oleObj name="think-cell Slide" r:id="rId9" imgW="360" imgH="360" progId="">
                  <p:embed/>
                  <p:pic>
                    <p:nvPicPr>
                      <p:cNvPr id="8" name="Object 7" hidden="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387334" y="2206953"/>
            <a:ext cx="5541093" cy="404199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6181954" y="2208394"/>
            <a:ext cx="5541093" cy="405063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Espace réservé du texte 6"/>
          <p:cNvSpPr>
            <a:spLocks noGrp="1"/>
          </p:cNvSpPr>
          <p:nvPr>
            <p:ph type="body" sz="quarter" idx="12" hasCustomPrompt="1"/>
            <p:custDataLst>
              <p:tags r:id="rId6"/>
            </p:custDataLst>
          </p:nvPr>
        </p:nvSpPr>
        <p:spPr>
          <a:xfrm>
            <a:off x="387335" y="1542648"/>
            <a:ext cx="5541093" cy="653034"/>
          </a:xfrm>
        </p:spPr>
        <p:txBody>
          <a:bodyPr anchor="ctr"/>
          <a:lstStyle>
            <a:lvl1pPr algn="ctr">
              <a:buNone/>
              <a:defRPr sz="2200" b="1">
                <a:solidFill>
                  <a:schemeClr val="tx2">
                    <a:lumMod val="50000"/>
                  </a:schemeClr>
                </a:solidFill>
              </a:defRPr>
            </a:lvl1pPr>
            <a:lvl5pPr>
              <a:buNone/>
              <a:defRPr/>
            </a:lvl5pPr>
          </a:lstStyle>
          <a:p>
            <a:pPr lvl="0"/>
            <a:r>
              <a:rPr lang="en-US" noProof="0" dirty="0"/>
              <a:t>Click to edit Master text style</a:t>
            </a:r>
          </a:p>
        </p:txBody>
      </p:sp>
      <p:sp>
        <p:nvSpPr>
          <p:cNvPr id="9" name="Espace réservé du texte 8"/>
          <p:cNvSpPr>
            <a:spLocks noGrp="1"/>
          </p:cNvSpPr>
          <p:nvPr>
            <p:ph type="body" sz="quarter" idx="13" hasCustomPrompt="1"/>
            <p:custDataLst>
              <p:tags r:id="rId7"/>
            </p:custDataLst>
          </p:nvPr>
        </p:nvSpPr>
        <p:spPr>
          <a:xfrm>
            <a:off x="6182332" y="1533439"/>
            <a:ext cx="5541093"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a:t>Click to edit Master text style</a:t>
            </a:r>
          </a:p>
        </p:txBody>
      </p:sp>
    </p:spTree>
    <p:extLst>
      <p:ext uri="{BB962C8B-B14F-4D97-AF65-F5344CB8AC3E}">
        <p14:creationId xmlns:p14="http://schemas.microsoft.com/office/powerpoint/2010/main" val="109041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92348"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4" name="Content Placeholder 3"/>
          <p:cNvSpPr>
            <a:spLocks noGrp="1"/>
          </p:cNvSpPr>
          <p:nvPr>
            <p:ph sz="half" idx="2" hasCustomPrompt="1"/>
          </p:nvPr>
        </p:nvSpPr>
        <p:spPr>
          <a:xfrm>
            <a:off x="292348"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5" name="Text Placeholder 4"/>
          <p:cNvSpPr>
            <a:spLocks noGrp="1"/>
          </p:cNvSpPr>
          <p:nvPr>
            <p:ph type="body" sz="quarter" idx="3" hasCustomPrompt="1"/>
          </p:nvPr>
        </p:nvSpPr>
        <p:spPr>
          <a:xfrm>
            <a:off x="6217054"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6" name="Content Placeholder 5"/>
          <p:cNvSpPr>
            <a:spLocks noGrp="1"/>
          </p:cNvSpPr>
          <p:nvPr>
            <p:ph sz="quarter" idx="4" hasCustomPrompt="1"/>
          </p:nvPr>
        </p:nvSpPr>
        <p:spPr>
          <a:xfrm>
            <a:off x="6217054"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Text Placeholder 2"/>
          <p:cNvSpPr>
            <a:spLocks noGrp="1"/>
          </p:cNvSpPr>
          <p:nvPr>
            <p:ph type="body" idx="12" hasCustomPrompt="1"/>
          </p:nvPr>
        </p:nvSpPr>
        <p:spPr>
          <a:xfrm>
            <a:off x="292348" y="3820890"/>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8" name="Content Placeholder 3"/>
          <p:cNvSpPr>
            <a:spLocks noGrp="1"/>
          </p:cNvSpPr>
          <p:nvPr>
            <p:ph sz="half" idx="13" hasCustomPrompt="1"/>
          </p:nvPr>
        </p:nvSpPr>
        <p:spPr>
          <a:xfrm>
            <a:off x="292348"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Text Placeholder 4"/>
          <p:cNvSpPr>
            <a:spLocks noGrp="1"/>
          </p:cNvSpPr>
          <p:nvPr>
            <p:ph type="body" sz="quarter" idx="14" hasCustomPrompt="1"/>
          </p:nvPr>
        </p:nvSpPr>
        <p:spPr>
          <a:xfrm>
            <a:off x="6217054" y="3820890"/>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10" name="Content Placeholder 5"/>
          <p:cNvSpPr>
            <a:spLocks noGrp="1"/>
          </p:cNvSpPr>
          <p:nvPr>
            <p:ph sz="quarter" idx="15" hasCustomPrompt="1"/>
          </p:nvPr>
        </p:nvSpPr>
        <p:spPr>
          <a:xfrm>
            <a:off x="6217054"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3694120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spid="_x0000_s8202" name="think-cell Slide" r:id="rId5" imgW="360" imgH="360" progId="">
                  <p:embed/>
                </p:oleObj>
              </mc:Choice>
              <mc:Fallback>
                <p:oleObj name="think-cell Slide" r:id="rId5" imgW="360" imgH="360" progId="">
                  <p:embed/>
                  <p:pic>
                    <p:nvPicPr>
                      <p:cNvPr id="3"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469661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spid="_x0000_s9226" name="think-cell Slide" r:id="rId4" imgW="360" imgH="360" progId="">
                  <p:embed/>
                </p:oleObj>
              </mc:Choice>
              <mc:Fallback>
                <p:oleObj name="think-cell Slide" r:id="rId4" imgW="360" imgH="360" progId="">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80419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able">
    <p:spTree>
      <p:nvGrpSpPr>
        <p:cNvPr id="1" name=""/>
        <p:cNvGrpSpPr/>
        <p:nvPr/>
      </p:nvGrpSpPr>
      <p:grpSpPr>
        <a:xfrm>
          <a:off x="0" y="0"/>
          <a:ext cx="0" cy="0"/>
          <a:chOff x="0" y="0"/>
          <a:chExt cx="0" cy="0"/>
        </a:xfrm>
      </p:grpSpPr>
      <p:sp>
        <p:nvSpPr>
          <p:cNvPr id="3" name="Table Placeholder 2"/>
          <p:cNvSpPr>
            <a:spLocks noGrp="1"/>
          </p:cNvSpPr>
          <p:nvPr>
            <p:ph type="tbl" idx="1"/>
          </p:nvPr>
        </p:nvSpPr>
        <p:spPr bwMode="gray">
          <a:xfrm>
            <a:off x="321579" y="990600"/>
            <a:ext cx="11582400" cy="5029200"/>
          </a:xfrm>
        </p:spPr>
        <p:txBody>
          <a:bodyPr/>
          <a:lstStyle/>
          <a:p>
            <a:pPr lvl="0"/>
            <a:r>
              <a:rPr lang="en-US" noProof="0"/>
              <a:t>Click icon to add table</a:t>
            </a:r>
            <a:endParaRPr lang="en-US" noProof="0" dirty="0"/>
          </a:p>
        </p:txBody>
      </p:sp>
      <p:sp>
        <p:nvSpPr>
          <p:cNvPr id="6" name="Rectangle 134"/>
          <p:cNvSpPr>
            <a:spLocks noGrp="1" noChangeArrowheads="1"/>
          </p:cNvSpPr>
          <p:nvPr>
            <p:ph type="title"/>
          </p:nvPr>
        </p:nvSpPr>
        <p:spPr bwMode="gray">
          <a:xfrm>
            <a:off x="321733" y="212730"/>
            <a:ext cx="11618976" cy="549275"/>
          </a:xfrm>
          <a:prstGeom prst="rect">
            <a:avLst/>
          </a:prstGeom>
          <a:noFill/>
          <a:ln w="9525">
            <a:noFill/>
            <a:miter lim="800000"/>
            <a:headEnd/>
            <a:tailEnd/>
          </a:ln>
          <a:effectLst/>
        </p:spPr>
        <p:txBody>
          <a:bodyPr/>
          <a:lstStyle/>
          <a:p>
            <a:pPr lvl="0"/>
            <a:r>
              <a:rPr lang="en-US"/>
              <a:t>Click to edit Master title style</a:t>
            </a:r>
            <a:endParaRPr lang="en-US" dirty="0"/>
          </a:p>
        </p:txBody>
      </p:sp>
      <p:sp>
        <p:nvSpPr>
          <p:cNvPr id="4" name="Rectangle 101"/>
          <p:cNvSpPr>
            <a:spLocks noGrp="1" noChangeArrowheads="1"/>
          </p:cNvSpPr>
          <p:nvPr>
            <p:ph type="dt" sz="half" idx="10"/>
          </p:nvPr>
        </p:nvSpPr>
        <p:spPr>
          <a:xfrm>
            <a:off x="4572000" y="6533673"/>
            <a:ext cx="3544277" cy="165100"/>
          </a:xfrm>
          <a:prstGeom prst="rect">
            <a:avLst/>
          </a:prstGeom>
        </p:spPr>
        <p:txBody>
          <a:bodyPr/>
          <a:lstStyle>
            <a:lvl1pPr fontAlgn="base">
              <a:spcBef>
                <a:spcPct val="0"/>
              </a:spcBef>
              <a:spcAft>
                <a:spcPct val="0"/>
              </a:spcAft>
              <a:defRPr sz="900">
                <a:solidFill>
                  <a:schemeClr val="tx1"/>
                </a:solidFill>
                <a:latin typeface="Arial" charset="0"/>
              </a:defRPr>
            </a:lvl1pPr>
          </a:lstStyle>
          <a:p>
            <a:fld id="{425404F2-BE9A-4460-8815-8F645183555F}" type="datetimeFigureOut">
              <a:rPr lang="en-US" smtClean="0"/>
              <a:pPr/>
              <a:t>7/3/2022</a:t>
            </a:fld>
            <a:endParaRPr lang="en-US"/>
          </a:p>
        </p:txBody>
      </p:sp>
      <p:sp>
        <p:nvSpPr>
          <p:cNvPr id="5" name="Rectangle 103"/>
          <p:cNvSpPr>
            <a:spLocks noGrp="1" noChangeArrowheads="1"/>
          </p:cNvSpPr>
          <p:nvPr>
            <p:ph type="sldNum" sz="quarter" idx="11"/>
          </p:nvPr>
        </p:nvSpPr>
        <p:spPr>
          <a:xfrm>
            <a:off x="11941908" y="6732599"/>
            <a:ext cx="242277" cy="103187"/>
          </a:xfrm>
          <a:prstGeom prst="rect">
            <a:avLst/>
          </a:prstGeom>
        </p:spPr>
        <p:txBody>
          <a:bodyPr/>
          <a:lstStyle>
            <a:lvl1pPr fontAlgn="base">
              <a:spcBef>
                <a:spcPct val="0"/>
              </a:spcBef>
              <a:spcAft>
                <a:spcPct val="0"/>
              </a:spcAft>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131651802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67268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extLst>
      <p:ext uri="{BB962C8B-B14F-4D97-AF65-F5344CB8AC3E}">
        <p14:creationId xmlns:p14="http://schemas.microsoft.com/office/powerpoint/2010/main" val="11711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a:ext uri="{FF2B5EF4-FFF2-40B4-BE49-F238E27FC236}">
                <a16:creationId xmlns=""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8496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a:extLst>
              <a:ext uri="{FF2B5EF4-FFF2-40B4-BE49-F238E27FC236}">
                <a16:creationId xmlns=""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extLst>
      <p:ext uri="{BB962C8B-B14F-4D97-AF65-F5344CB8AC3E}">
        <p14:creationId xmlns:p14="http://schemas.microsoft.com/office/powerpoint/2010/main" val="1615337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0250" name="think-cell Slide" r:id="rId4" imgW="270" imgH="270" progId="TCLayout.ActiveDocument.1">
                  <p:embed/>
                </p:oleObj>
              </mc:Choice>
              <mc:Fallback>
                <p:oleObj name="think-cell Slide" r:id="rId4" imgW="270" imgH="270" progId="TCLayout.ActiveDocument.1">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30486463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1274"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751912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2298"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9458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 xmlns:a16="http://schemas.microsoft.com/office/drawing/2014/main" id="{F5F5AEA1-6A77-4676-B8B3-EF658F5F8430}"/>
              </a:ext>
            </a:extLst>
          </p:cNvPr>
          <p:cNvSpPr/>
          <p:nvPr/>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 xmlns:a16="http://schemas.microsoft.com/office/drawing/2014/main" id="{1EFB3510-D39A-47CF-8191-109DDF9E53D5}"/>
              </a:ext>
            </a:extLst>
          </p:cNvPr>
          <p:cNvSpPr/>
          <p:nvPr/>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3312605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11311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extLst>
      <p:ext uri="{BB962C8B-B14F-4D97-AF65-F5344CB8AC3E}">
        <p14:creationId xmlns:p14="http://schemas.microsoft.com/office/powerpoint/2010/main" val="21387373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pic>
        <p:nvPicPr>
          <p:cNvPr id="10" name="Graphic 9">
            <a:extLst>
              <a:ext uri="{FF2B5EF4-FFF2-40B4-BE49-F238E27FC236}">
                <a16:creationId xmlns="" xmlns:a16="http://schemas.microsoft.com/office/drawing/2014/main" id="{DDCA2B41-0A1F-45C2-A74A-EB99E41096F1}"/>
              </a:ext>
            </a:extLst>
          </p:cNvPr>
          <p:cNvPicPr>
            <a:picLocks noChangeAspect="1"/>
          </p:cNvPicPr>
          <p:nvPr userDrawn="1"/>
        </p:nvPicPr>
        <p:blipFill rotWithShape="1">
          <a:blip r:embed="rId2" cstate="print">
            <a:extLst>
              <a:ext uri="{96DAC541-7B7A-43D3-8B79-37D633B846F1}">
                <asvg:svgBlip xmlns="" xmlns:asvg="http://schemas.microsoft.com/office/drawing/2016/SVG/main" r:embed="rId3"/>
              </a:ext>
            </a:extLst>
          </a:blip>
          <a:srcRect l="81836" t="-4713" b="16530"/>
          <a:stretch/>
        </p:blipFill>
        <p:spPr>
          <a:xfrm>
            <a:off x="11491419" y="164829"/>
            <a:ext cx="424356" cy="459624"/>
          </a:xfrm>
          <a:prstGeom prst="rect">
            <a:avLst/>
          </a:prstGeom>
        </p:spPr>
      </p:pic>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a:ext uri="{FF2B5EF4-FFF2-40B4-BE49-F238E27FC236}">
                <a16:creationId xmlns=""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303266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a:extLst>
              <a:ext uri="{FF2B5EF4-FFF2-40B4-BE49-F238E27FC236}">
                <a16:creationId xmlns=""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extLst>
      <p:ext uri="{BB962C8B-B14F-4D97-AF65-F5344CB8AC3E}">
        <p14:creationId xmlns:p14="http://schemas.microsoft.com/office/powerpoint/2010/main" val="26312258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9466" name="think-cell Slide" r:id="rId4" imgW="270" imgH="270" progId="TCLayout.ActiveDocument.1">
                  <p:embed/>
                </p:oleObj>
              </mc:Choice>
              <mc:Fallback>
                <p:oleObj name="think-cell Slide" r:id="rId4" imgW="270" imgH="270" progId="TCLayout.ActiveDocument.1">
                  <p:embed/>
                  <p:pic>
                    <p:nvPicPr>
                      <p:cNvPr id="15" name="Object 1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1305334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0490"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10143224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33030721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5"/>
          <p:cNvSpPr>
            <a:spLocks/>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9" name="Group 8"/>
          <p:cNvGrpSpPr/>
          <p:nvPr userDrawn="1"/>
        </p:nvGrpSpPr>
        <p:grpSpPr>
          <a:xfrm>
            <a:off x="4979035" y="2404110"/>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a:rPr>
              <a:t>This message contains information that may be privileged or confidential and is the property of the Capgemini Group.</a:t>
            </a:r>
            <a:br>
              <a:rPr lang="en-US" sz="800" noProof="0" dirty="0">
                <a:solidFill>
                  <a:schemeClr val="bg1"/>
                </a:solidFill>
                <a:latin typeface="+mn-lt"/>
                <a:cs typeface="Arial"/>
              </a:rPr>
            </a:br>
            <a:r>
              <a:rPr lang="en-US" sz="800" noProof="0" dirty="0">
                <a:solidFill>
                  <a:schemeClr val="bg1"/>
                </a:solidFill>
                <a:latin typeface="Arial"/>
                <a:cs typeface="Arial"/>
              </a:rPr>
              <a:t>Copyright © 2019 Capgemini. All rights reserved.</a:t>
            </a:r>
          </a:p>
          <a:p>
            <a:pPr marL="0" marR="0" indent="0" defTabSz="957756" rtl="0" eaLnBrk="1" fontAlgn="auto" latinLnBrk="0" hangingPunct="1">
              <a:lnSpc>
                <a:spcPct val="100000"/>
              </a:lnSpc>
              <a:spcBef>
                <a:spcPts val="0"/>
              </a:spcBef>
              <a:spcAft>
                <a:spcPts val="600"/>
              </a:spcAft>
              <a:buClrTx/>
              <a:buSzTx/>
              <a:buFontTx/>
              <a:buNone/>
              <a:tabLst/>
              <a:defRPr/>
            </a:pPr>
            <a:r>
              <a:rPr lang="en-US" sz="800" noProof="0" dirty="0">
                <a:solidFill>
                  <a:schemeClr val="bg1"/>
                </a:solidFill>
                <a:latin typeface="Arial"/>
                <a:cs typeface="Arial"/>
              </a:rPr>
              <a:t>Rightshore</a:t>
            </a:r>
            <a:r>
              <a:rPr lang="en-US" sz="800" baseline="30000" noProof="0" dirty="0">
                <a:solidFill>
                  <a:schemeClr val="bg1"/>
                </a:solidFill>
                <a:latin typeface="Arial"/>
                <a:cs typeface="Arial"/>
              </a:rPr>
              <a:t>®</a:t>
            </a:r>
            <a:r>
              <a:rPr lang="en-US" sz="800" noProof="0" dirty="0">
                <a:solidFill>
                  <a:schemeClr val="bg1"/>
                </a:solidFill>
                <a:latin typeface="Arial"/>
                <a:cs typeface="Arial"/>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dirty="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pic>
        <p:nvPicPr>
          <p:cNvPr id="29" name="Picture 2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
        <p:nvSpPr>
          <p:cNvPr id="22" name="Rectangle 21">
            <a:extLst>
              <a:ext uri="{FF2B5EF4-FFF2-40B4-BE49-F238E27FC236}">
                <a16:creationId xmlns="" xmlns:a16="http://schemas.microsoft.com/office/drawing/2014/main" id="{E8908264-69B6-46C3-BC5E-E71F4E6DCBC3}"/>
              </a:ext>
            </a:extLst>
          </p:cNvPr>
          <p:cNvSpPr/>
          <p:nvPr userDrawn="1"/>
        </p:nvSpPr>
        <p:spPr>
          <a:xfrm>
            <a:off x="6536184" y="2886346"/>
            <a:ext cx="5247829"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kern="1200" dirty="0">
                <a:solidFill>
                  <a:schemeClr val="tx1"/>
                </a:solidFill>
                <a:effectLst/>
                <a:latin typeface="+mn-lt"/>
                <a:ea typeface="+mn-ea"/>
                <a:cs typeface="+mn-cs"/>
              </a:rPr>
              <a:t>A global leader in consulting, technology services and digital transformation, Capgemini is at the forefront of innovation to address the entire breadth of clients’ opportunities in the evolving world of cloud, digital and platforms. </a:t>
            </a:r>
            <a:r>
              <a:rPr lang="en-GB" sz="900" kern="1200" dirty="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dirty="0">
                <a:solidFill>
                  <a:schemeClr val="tx1"/>
                </a:solidFill>
                <a:effectLst/>
                <a:latin typeface="+mn-lt"/>
                <a:ea typeface="+mn-ea"/>
                <a:cs typeface="+mn-cs"/>
              </a:rPr>
              <a:t>from strategy to operations. Capgemini is driven by the conviction that the business value of technology comes from and through people. It is a multicultural company of 200,000 team members in over 40 countries. The Group reported 2018 global revenues of EUR 13.2 billion.</a:t>
            </a:r>
          </a:p>
        </p:txBody>
      </p:sp>
      <p:sp>
        <p:nvSpPr>
          <p:cNvPr id="28" name="Rectangle 27">
            <a:extLst>
              <a:ext uri="{FF2B5EF4-FFF2-40B4-BE49-F238E27FC236}">
                <a16:creationId xmlns="" xmlns:a16="http://schemas.microsoft.com/office/drawing/2014/main" id="{F4BD3913-98BD-4928-8844-07710E664913}"/>
              </a:ext>
            </a:extLst>
          </p:cNvPr>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30" name="Rectangle 29">
            <a:hlinkClick r:id="rId13"/>
            <a:extLst>
              <a:ext uri="{FF2B5EF4-FFF2-40B4-BE49-F238E27FC236}">
                <a16:creationId xmlns="" xmlns:a16="http://schemas.microsoft.com/office/drawing/2014/main" id="{C02D1075-18AF-446B-8E8B-8F7A7B83644F}"/>
              </a:ext>
            </a:extLst>
          </p:cNvPr>
          <p:cNvSpPr/>
          <p:nvPr userDrawn="1"/>
        </p:nvSpPr>
        <p:spPr>
          <a:xfrm>
            <a:off x="6536184" y="436790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ts val="1400"/>
              </a:lnSpc>
              <a:spcAft>
                <a:spcPts val="600"/>
              </a:spcAft>
            </a:pPr>
            <a:r>
              <a:rPr lang="en-US" sz="900" dirty="0">
                <a:solidFill>
                  <a:schemeClr val="tx1"/>
                </a:solidFill>
              </a:rPr>
              <a:t>Learn more about us at</a:t>
            </a:r>
            <a:br>
              <a:rPr lang="en-US" sz="900" dirty="0">
                <a:solidFill>
                  <a:schemeClr val="tx1"/>
                </a:solidFill>
              </a:rPr>
            </a:br>
            <a:r>
              <a:rPr lang="en-US" sz="1400" dirty="0">
                <a:solidFill>
                  <a:schemeClr val="accent2"/>
                </a:solidFill>
              </a:rPr>
              <a:t>www.capgemini.com </a:t>
            </a:r>
          </a:p>
        </p:txBody>
      </p:sp>
    </p:spTree>
    <p:extLst>
      <p:ext uri="{BB962C8B-B14F-4D97-AF65-F5344CB8AC3E}">
        <p14:creationId xmlns:p14="http://schemas.microsoft.com/office/powerpoint/2010/main" val="8238605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21514" name="think-cell Slide" r:id="rId4" imgW="270" imgH="270" progId="TCLayout.ActiveDocument.1">
                  <p:embed/>
                </p:oleObj>
              </mc:Choice>
              <mc:Fallback>
                <p:oleObj name="think-cell Slide" r:id="rId4" imgW="270" imgH="270" progId="TCLayout.ActiveDocument.1">
                  <p:embed/>
                  <p:pic>
                    <p:nvPicPr>
                      <p:cNvPr id="9"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extLst>
      <p:ext uri="{BB962C8B-B14F-4D97-AF65-F5344CB8AC3E}">
        <p14:creationId xmlns:p14="http://schemas.microsoft.com/office/powerpoint/2010/main" val="1172499700"/>
      </p:ext>
    </p:extLst>
  </p:cSld>
  <p:clrMapOvr>
    <a:masterClrMapping/>
  </p:clrMapOvr>
  <p:extLst>
    <p:ext uri="{DCECCB84-F9BA-43D5-87BE-67443E8EF086}">
      <p15:sldGuideLst xmlns="" xmlns:p15="http://schemas.microsoft.com/office/powerpoint/2012/main">
        <p15:guide id="1" orient="horz" pos="333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OnePager Template 2017 NL">
    <p:spTree>
      <p:nvGrpSpPr>
        <p:cNvPr id="1" name=""/>
        <p:cNvGrpSpPr/>
        <p:nvPr/>
      </p:nvGrpSpPr>
      <p:grpSpPr>
        <a:xfrm>
          <a:off x="0" y="0"/>
          <a:ext cx="0" cy="0"/>
          <a:chOff x="0" y="0"/>
          <a:chExt cx="0" cy="0"/>
        </a:xfrm>
      </p:grpSpPr>
      <p:pic>
        <p:nvPicPr>
          <p:cNvPr id="11" name="Picture 3">
            <a:extLst>
              <a:ext uri="{FF2B5EF4-FFF2-40B4-BE49-F238E27FC236}">
                <a16:creationId xmlns="" xmlns:a16="http://schemas.microsoft.com/office/drawing/2014/main" id="{9D2BDE31-324A-48D9-B4FF-035BEA65875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70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 xmlns:a16="http://schemas.microsoft.com/office/drawing/2014/main" id="{E3CEDC4D-033D-4D91-8567-3DB7DAE7163D}"/>
              </a:ext>
            </a:extLst>
          </p:cNvPr>
          <p:cNvSpPr txBox="1">
            <a:spLocks noChangeArrowheads="1"/>
          </p:cNvSpPr>
          <p:nvPr userDrawn="1"/>
        </p:nvSpPr>
        <p:spPr bwMode="auto">
          <a:xfrm>
            <a:off x="626268" y="2469484"/>
            <a:ext cx="1392238"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Strengths</a:t>
            </a:r>
          </a:p>
        </p:txBody>
      </p:sp>
      <p:sp>
        <p:nvSpPr>
          <p:cNvPr id="13" name="TextBox 12">
            <a:extLst>
              <a:ext uri="{FF2B5EF4-FFF2-40B4-BE49-F238E27FC236}">
                <a16:creationId xmlns="" xmlns:a16="http://schemas.microsoft.com/office/drawing/2014/main" id="{D339581F-401A-4397-A921-4BD17DB75784}"/>
              </a:ext>
            </a:extLst>
          </p:cNvPr>
          <p:cNvSpPr txBox="1">
            <a:spLocks noChangeArrowheads="1"/>
          </p:cNvSpPr>
          <p:nvPr userDrawn="1"/>
        </p:nvSpPr>
        <p:spPr bwMode="auto">
          <a:xfrm>
            <a:off x="5157789" y="2538372"/>
            <a:ext cx="1876425" cy="27781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Achievement </a:t>
            </a:r>
          </a:p>
        </p:txBody>
      </p:sp>
      <p:sp>
        <p:nvSpPr>
          <p:cNvPr id="14" name="TextBox 13">
            <a:extLst>
              <a:ext uri="{FF2B5EF4-FFF2-40B4-BE49-F238E27FC236}">
                <a16:creationId xmlns="" xmlns:a16="http://schemas.microsoft.com/office/drawing/2014/main" id="{F4598366-533C-437A-8E31-70591EDA43AA}"/>
              </a:ext>
            </a:extLst>
          </p:cNvPr>
          <p:cNvSpPr txBox="1">
            <a:spLocks noChangeArrowheads="1"/>
          </p:cNvSpPr>
          <p:nvPr userDrawn="1"/>
        </p:nvSpPr>
        <p:spPr bwMode="auto">
          <a:xfrm>
            <a:off x="9366250" y="320675"/>
            <a:ext cx="2779713"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Education and certificates</a:t>
            </a:r>
          </a:p>
        </p:txBody>
      </p:sp>
      <p:grpSp>
        <p:nvGrpSpPr>
          <p:cNvPr id="15" name="Group 2">
            <a:extLst>
              <a:ext uri="{FF2B5EF4-FFF2-40B4-BE49-F238E27FC236}">
                <a16:creationId xmlns="" xmlns:a16="http://schemas.microsoft.com/office/drawing/2014/main" id="{238FAB7E-E38F-4E04-AA07-A553E5EC0500}"/>
              </a:ext>
            </a:extLst>
          </p:cNvPr>
          <p:cNvGrpSpPr>
            <a:grpSpLocks/>
          </p:cNvGrpSpPr>
          <p:nvPr userDrawn="1"/>
        </p:nvGrpSpPr>
        <p:grpSpPr bwMode="auto">
          <a:xfrm>
            <a:off x="2349500" y="1057275"/>
            <a:ext cx="1566863" cy="1108075"/>
            <a:chOff x="2384425" y="1239838"/>
            <a:chExt cx="1143000" cy="898525"/>
          </a:xfrm>
        </p:grpSpPr>
        <p:sp>
          <p:nvSpPr>
            <p:cNvPr id="17" name="TextBox 11">
              <a:extLst>
                <a:ext uri="{FF2B5EF4-FFF2-40B4-BE49-F238E27FC236}">
                  <a16:creationId xmlns="" xmlns:a16="http://schemas.microsoft.com/office/drawing/2014/main" id="{F1A16182-C8A0-42B8-9931-C972244781EE}"/>
                </a:ext>
              </a:extLst>
            </p:cNvPr>
            <p:cNvSpPr txBox="1">
              <a:spLocks noChangeArrowheads="1"/>
            </p:cNvSpPr>
            <p:nvPr/>
          </p:nvSpPr>
          <p:spPr bwMode="white">
            <a:xfrm>
              <a:off x="2385583" y="1429069"/>
              <a:ext cx="1141842" cy="42995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Base Location:</a:t>
              </a:r>
            </a:p>
          </p:txBody>
        </p:sp>
        <p:sp>
          <p:nvSpPr>
            <p:cNvPr id="18" name="TextBox 12">
              <a:extLst>
                <a:ext uri="{FF2B5EF4-FFF2-40B4-BE49-F238E27FC236}">
                  <a16:creationId xmlns="" xmlns:a16="http://schemas.microsoft.com/office/drawing/2014/main" id="{7CFAE8E2-AB5D-4CF9-8115-B93DB764BCD5}"/>
                </a:ext>
              </a:extLst>
            </p:cNvPr>
            <p:cNvSpPr txBox="1">
              <a:spLocks noChangeArrowheads="1"/>
            </p:cNvSpPr>
            <p:nvPr/>
          </p:nvSpPr>
          <p:spPr bwMode="white">
            <a:xfrm>
              <a:off x="2385583" y="1628598"/>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Email ID:</a:t>
              </a:r>
            </a:p>
          </p:txBody>
        </p:sp>
        <p:sp>
          <p:nvSpPr>
            <p:cNvPr id="19" name="TextBox 13">
              <a:extLst>
                <a:ext uri="{FF2B5EF4-FFF2-40B4-BE49-F238E27FC236}">
                  <a16:creationId xmlns="" xmlns:a16="http://schemas.microsoft.com/office/drawing/2014/main" id="{6279758B-4941-4EC1-BBBA-6F16A5431D5E}"/>
                </a:ext>
              </a:extLst>
            </p:cNvPr>
            <p:cNvSpPr txBox="1">
              <a:spLocks noChangeArrowheads="1"/>
            </p:cNvSpPr>
            <p:nvPr/>
          </p:nvSpPr>
          <p:spPr bwMode="white">
            <a:xfrm>
              <a:off x="2385583" y="1820404"/>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Mobile No:</a:t>
              </a:r>
            </a:p>
          </p:txBody>
        </p:sp>
        <p:sp>
          <p:nvSpPr>
            <p:cNvPr id="20" name="Rectangle 19">
              <a:extLst>
                <a:ext uri="{FF2B5EF4-FFF2-40B4-BE49-F238E27FC236}">
                  <a16:creationId xmlns="" xmlns:a16="http://schemas.microsoft.com/office/drawing/2014/main" id="{0FF096E5-D044-4527-937A-B258AF65D442}"/>
                </a:ext>
              </a:extLst>
            </p:cNvPr>
            <p:cNvSpPr/>
            <p:nvPr/>
          </p:nvSpPr>
          <p:spPr bwMode="white">
            <a:xfrm>
              <a:off x="2384425" y="1239838"/>
              <a:ext cx="1104784" cy="898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grpSp>
      <p:sp>
        <p:nvSpPr>
          <p:cNvPr id="22" name="TextBox 13">
            <a:extLst>
              <a:ext uri="{FF2B5EF4-FFF2-40B4-BE49-F238E27FC236}">
                <a16:creationId xmlns="" xmlns:a16="http://schemas.microsoft.com/office/drawing/2014/main" id="{DD2D64F5-C5D9-4322-B3FC-BC21AF1343F5}"/>
              </a:ext>
            </a:extLst>
          </p:cNvPr>
          <p:cNvSpPr txBox="1">
            <a:spLocks noChangeArrowheads="1"/>
          </p:cNvSpPr>
          <p:nvPr userDrawn="1"/>
        </p:nvSpPr>
        <p:spPr bwMode="white">
          <a:xfrm>
            <a:off x="2357438" y="1990725"/>
            <a:ext cx="1563687" cy="260350"/>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Grade:</a:t>
            </a:r>
          </a:p>
        </p:txBody>
      </p:sp>
      <p:pic>
        <p:nvPicPr>
          <p:cNvPr id="24" name="Picture 8" descr="Strengths">
            <a:extLst>
              <a:ext uri="{FF2B5EF4-FFF2-40B4-BE49-F238E27FC236}">
                <a16:creationId xmlns="" xmlns:a16="http://schemas.microsoft.com/office/drawing/2014/main" id="{19E068FC-C38C-4D71-9A54-1BAA4BDE3EA2}"/>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7788" y="2133600"/>
            <a:ext cx="6111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Achievement, trophy icon">
            <a:extLst>
              <a:ext uri="{FF2B5EF4-FFF2-40B4-BE49-F238E27FC236}">
                <a16:creationId xmlns="" xmlns:a16="http://schemas.microsoft.com/office/drawing/2014/main" id="{44891430-3EA5-4446-8A82-C16C5949E1A3}"/>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740275" y="2362200"/>
            <a:ext cx="4460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5"/>
          <p:cNvSpPr>
            <a:spLocks noGrp="1"/>
          </p:cNvSpPr>
          <p:nvPr>
            <p:ph type="body" sz="quarter" idx="36"/>
          </p:nvPr>
        </p:nvSpPr>
        <p:spPr>
          <a:xfrm>
            <a:off x="4836699" y="2995865"/>
            <a:ext cx="4009644" cy="3621503"/>
          </a:xfrm>
        </p:spPr>
        <p:txBody>
          <a:bodyPr>
            <a:noAutofit/>
          </a:bodyPr>
          <a:lstStyle>
            <a:lvl1pPr>
              <a:lnSpc>
                <a:spcPct val="150000"/>
              </a:lnSpc>
              <a:defRPr sz="1000" i="0" u="none" baseline="0"/>
            </a:lvl1pPr>
            <a:lvl2pPr>
              <a:lnSpc>
                <a:spcPct val="114000"/>
              </a:lnSpc>
              <a:defRPr/>
            </a:lvl2pPr>
          </a:lstStyle>
          <a:p>
            <a:pPr lvl="0"/>
            <a:r>
              <a:rPr lang="en-US" dirty="0"/>
              <a:t>Click to edit Master text styles</a:t>
            </a:r>
          </a:p>
          <a:p>
            <a:pPr lvl="1"/>
            <a:r>
              <a:rPr lang="en-US" dirty="0"/>
              <a:t>Second level</a:t>
            </a:r>
          </a:p>
        </p:txBody>
      </p:sp>
      <p:sp>
        <p:nvSpPr>
          <p:cNvPr id="23" name="Text Placeholder 5"/>
          <p:cNvSpPr>
            <a:spLocks noGrp="1"/>
          </p:cNvSpPr>
          <p:nvPr>
            <p:ph type="body" sz="quarter" idx="41"/>
          </p:nvPr>
        </p:nvSpPr>
        <p:spPr bwMode="white">
          <a:xfrm>
            <a:off x="2468282" y="290679"/>
            <a:ext cx="6223654" cy="306703"/>
          </a:xfrm>
        </p:spPr>
        <p:txBody>
          <a:bodyPr>
            <a:noAutofit/>
          </a:bodyPr>
          <a:lstStyle>
            <a:lvl1pPr>
              <a:defRPr sz="2100" b="1" baseline="0">
                <a:solidFill>
                  <a:schemeClr val="bg1"/>
                </a:solidFill>
              </a:defRPr>
            </a:lvl1pPr>
          </a:lstStyle>
          <a:p>
            <a:pPr lvl="0"/>
            <a:r>
              <a:rPr lang="en-US" dirty="0"/>
              <a:t>Click to edit Master text styles</a:t>
            </a:r>
          </a:p>
        </p:txBody>
      </p:sp>
      <p:sp>
        <p:nvSpPr>
          <p:cNvPr id="25" name="Text Placeholder 5"/>
          <p:cNvSpPr>
            <a:spLocks noGrp="1"/>
          </p:cNvSpPr>
          <p:nvPr>
            <p:ph type="body" sz="quarter" idx="42"/>
          </p:nvPr>
        </p:nvSpPr>
        <p:spPr bwMode="white">
          <a:xfrm>
            <a:off x="2468279" y="665942"/>
            <a:ext cx="6056596" cy="321205"/>
          </a:xfrm>
        </p:spPr>
        <p:txBody>
          <a:bodyPr>
            <a:noAutofit/>
          </a:bodyPr>
          <a:lstStyle>
            <a:lvl1pPr marL="0" marR="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sz="1400">
                <a:solidFill>
                  <a:schemeClr val="bg1"/>
                </a:solidFill>
              </a:defRPr>
            </a:lvl1pPr>
          </a:lstStyle>
          <a:p>
            <a:pPr lvl="0"/>
            <a:r>
              <a:rPr lang="en-US" dirty="0"/>
              <a:t>Click to edit Master text styles</a:t>
            </a:r>
          </a:p>
        </p:txBody>
      </p:sp>
      <p:sp>
        <p:nvSpPr>
          <p:cNvPr id="26" name="Text Placeholder 5"/>
          <p:cNvSpPr>
            <a:spLocks noGrp="1"/>
          </p:cNvSpPr>
          <p:nvPr>
            <p:ph type="body" sz="quarter" idx="43"/>
          </p:nvPr>
        </p:nvSpPr>
        <p:spPr bwMode="white">
          <a:xfrm>
            <a:off x="3696643" y="1280458"/>
            <a:ext cx="2373312" cy="295449"/>
          </a:xfrm>
        </p:spPr>
        <p:txBody>
          <a:bodyPr>
            <a:noAutofit/>
          </a:bodyPr>
          <a:lstStyle>
            <a:lvl1pPr>
              <a:defRPr sz="1100">
                <a:solidFill>
                  <a:schemeClr val="bg1"/>
                </a:solidFill>
              </a:defRPr>
            </a:lvl1pPr>
          </a:lstStyle>
          <a:p>
            <a:pPr lvl="0"/>
            <a:r>
              <a:rPr lang="en-US" dirty="0"/>
              <a:t>Click to edit Master text styles</a:t>
            </a:r>
          </a:p>
        </p:txBody>
      </p:sp>
      <p:sp>
        <p:nvSpPr>
          <p:cNvPr id="45" name="Picture Placeholder 44"/>
          <p:cNvSpPr>
            <a:spLocks noGrp="1"/>
          </p:cNvSpPr>
          <p:nvPr>
            <p:ph type="pic" sz="quarter" idx="46"/>
          </p:nvPr>
        </p:nvSpPr>
        <p:spPr bwMode="ltGray">
          <a:xfrm>
            <a:off x="383259" y="287492"/>
            <a:ext cx="1734208" cy="1735628"/>
          </a:xfrm>
          <a:prstGeom prst="ellipse">
            <a:avLst/>
          </a:prstGeom>
          <a:solidFill>
            <a:schemeClr val="bg1"/>
          </a:solidFill>
        </p:spPr>
        <p:txBody>
          <a:bodyPr rtlCol="0">
            <a:normAutofit/>
          </a:bodyPr>
          <a:lstStyle>
            <a:lvl1pPr>
              <a:lnSpc>
                <a:spcPct val="114000"/>
              </a:lnSpc>
              <a:defRPr sz="1000" baseline="0"/>
            </a:lvl1pPr>
          </a:lstStyle>
          <a:p>
            <a:pPr lvl="0"/>
            <a:r>
              <a:rPr lang="en-US" noProof="0"/>
              <a:t>Click icon to add picture</a:t>
            </a:r>
            <a:endParaRPr lang="nl-NL" noProof="0" dirty="0"/>
          </a:p>
        </p:txBody>
      </p:sp>
      <p:sp>
        <p:nvSpPr>
          <p:cNvPr id="46" name="Text Placeholder 5"/>
          <p:cNvSpPr>
            <a:spLocks noGrp="1"/>
          </p:cNvSpPr>
          <p:nvPr>
            <p:ph type="body" sz="quarter" idx="47"/>
          </p:nvPr>
        </p:nvSpPr>
        <p:spPr bwMode="white">
          <a:xfrm>
            <a:off x="3696026" y="1501534"/>
            <a:ext cx="2373312" cy="325397"/>
          </a:xfrm>
        </p:spPr>
        <p:txBody>
          <a:bodyPr>
            <a:noAutofit/>
          </a:bodyPr>
          <a:lstStyle>
            <a:lvl1pPr>
              <a:defRPr sz="1100">
                <a:solidFill>
                  <a:schemeClr val="bg1"/>
                </a:solidFill>
              </a:defRPr>
            </a:lvl1pPr>
          </a:lstStyle>
          <a:p>
            <a:pPr lvl="0"/>
            <a:r>
              <a:rPr lang="en-US" dirty="0"/>
              <a:t>Click to edit Master text styles</a:t>
            </a:r>
          </a:p>
        </p:txBody>
      </p:sp>
      <p:sp>
        <p:nvSpPr>
          <p:cNvPr id="47" name="Text Placeholder 5"/>
          <p:cNvSpPr>
            <a:spLocks noGrp="1"/>
          </p:cNvSpPr>
          <p:nvPr>
            <p:ph type="body" sz="quarter" idx="48"/>
          </p:nvPr>
        </p:nvSpPr>
        <p:spPr bwMode="white">
          <a:xfrm>
            <a:off x="3685536" y="1711595"/>
            <a:ext cx="2373312" cy="330250"/>
          </a:xfrm>
        </p:spPr>
        <p:txBody>
          <a:bodyPr>
            <a:noAutofit/>
          </a:bodyPr>
          <a:lstStyle>
            <a:lvl1pPr>
              <a:defRPr sz="1100">
                <a:solidFill>
                  <a:schemeClr val="bg1"/>
                </a:solidFill>
              </a:defRPr>
            </a:lvl1pPr>
          </a:lstStyle>
          <a:p>
            <a:pPr lvl="0"/>
            <a:r>
              <a:rPr lang="en-US" dirty="0"/>
              <a:t>Click to edit Master text styles</a:t>
            </a:r>
          </a:p>
        </p:txBody>
      </p:sp>
      <p:sp>
        <p:nvSpPr>
          <p:cNvPr id="34" name="Text Placeholder 5"/>
          <p:cNvSpPr>
            <a:spLocks noGrp="1"/>
          </p:cNvSpPr>
          <p:nvPr>
            <p:ph type="body" sz="quarter" idx="50"/>
          </p:nvPr>
        </p:nvSpPr>
        <p:spPr>
          <a:xfrm>
            <a:off x="383259" y="2995866"/>
            <a:ext cx="4056394" cy="3621502"/>
          </a:xfrm>
        </p:spPr>
        <p:txBody>
          <a:bodyPr>
            <a:noAutofit/>
          </a:bodyPr>
          <a:lstStyle>
            <a:lvl1pPr>
              <a:lnSpc>
                <a:spcPct val="114000"/>
              </a:lnSpc>
              <a:defRPr sz="1000" u="none" baseline="0"/>
            </a:lvl1pPr>
          </a:lstStyle>
          <a:p>
            <a:pPr lvl="0"/>
            <a:r>
              <a:rPr lang="en-US" dirty="0"/>
              <a:t>Click to edit Master text styles</a:t>
            </a:r>
          </a:p>
        </p:txBody>
      </p:sp>
      <p:sp>
        <p:nvSpPr>
          <p:cNvPr id="21" name="Text Placeholder 5"/>
          <p:cNvSpPr>
            <a:spLocks noGrp="1"/>
          </p:cNvSpPr>
          <p:nvPr>
            <p:ph type="body" sz="quarter" idx="51"/>
          </p:nvPr>
        </p:nvSpPr>
        <p:spPr bwMode="white">
          <a:xfrm>
            <a:off x="3690158" y="1891703"/>
            <a:ext cx="2373312" cy="330250"/>
          </a:xfrm>
        </p:spPr>
        <p:txBody>
          <a:bodyPr>
            <a:noAutofit/>
          </a:bodyPr>
          <a:lstStyle>
            <a:lvl1pPr>
              <a:defRPr sz="11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3864842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vmlDrawing" Target="../drawings/vmlDrawing1.v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tags" Target="../tags/tag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6.xml"/><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ags" Target="../tags/tag31.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vmlDrawing" Target="../drawings/vmlDrawing11.v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2.xml"/><Relationship Id="rId5" Type="http://schemas.openxmlformats.org/officeDocument/2006/relationships/slideLayout" Target="../slideLayouts/slideLayout21.xml"/><Relationship Id="rId15" Type="http://schemas.openxmlformats.org/officeDocument/2006/relationships/image" Target="../media/image2.emf"/><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oleObject" Target="../embeddings/oleObject1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9"/>
            </p:custDataLst>
          </p:nvPr>
        </p:nvGraphicFramePr>
        <p:xfrm>
          <a:off x="1" y="0"/>
          <a:ext cx="195385" cy="158750"/>
        </p:xfrm>
        <a:graphic>
          <a:graphicData uri="http://schemas.openxmlformats.org/presentationml/2006/ole">
            <mc:AlternateContent xmlns:mc="http://schemas.openxmlformats.org/markup-compatibility/2006">
              <mc:Choice xmlns:v="urn:schemas-microsoft-com:vml" Requires="v">
                <p:oleObj spid="_x0000_s3082" name="think-cell Slide" r:id="rId25" imgW="360" imgH="360" progId="">
                  <p:embed/>
                </p:oleObj>
              </mc:Choice>
              <mc:Fallback>
                <p:oleObj name="think-cell Slide" r:id="rId25" imgW="360" imgH="360" progId="">
                  <p:embed/>
                  <p:pic>
                    <p:nvPicPr>
                      <p:cNvPr id="8" name="Object 7" hidden="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20"/>
            </p:custDataLst>
          </p:nvPr>
        </p:nvSpPr>
        <p:spPr>
          <a:xfrm>
            <a:off x="8" y="4"/>
            <a:ext cx="12191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dirty="0"/>
          </a:p>
        </p:txBody>
      </p:sp>
      <p:sp>
        <p:nvSpPr>
          <p:cNvPr id="3" name="Text Placeholder 2"/>
          <p:cNvSpPr>
            <a:spLocks noGrp="1"/>
          </p:cNvSpPr>
          <p:nvPr>
            <p:ph type="body" idx="1"/>
            <p:custDataLst>
              <p:tags r:id="rId21"/>
            </p:custDataLst>
          </p:nvPr>
        </p:nvSpPr>
        <p:spPr>
          <a:xfrm>
            <a:off x="398028" y="1501977"/>
            <a:ext cx="11616154" cy="4636540"/>
          </a:xfrm>
          <a:prstGeom prst="rect">
            <a:avLst/>
          </a:prstGeom>
        </p:spPr>
        <p:txBody>
          <a:bodyPr vert="horz" lIns="108000" tIns="72000" rIns="72000" bIns="72000"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Freeform 4"/>
          <p:cNvSpPr>
            <a:spLocks/>
          </p:cNvSpPr>
          <p:nvPr>
            <p:custDataLst>
              <p:tags r:id="rId22"/>
            </p:custDataLst>
          </p:nvPr>
        </p:nvSpPr>
        <p:spPr bwMode="auto">
          <a:xfrm>
            <a:off x="9" y="676402"/>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sz="1800"/>
          </a:p>
        </p:txBody>
      </p:sp>
      <p:cxnSp>
        <p:nvCxnSpPr>
          <p:cNvPr id="15" name="Straight Connector 5"/>
          <p:cNvCxnSpPr/>
          <p:nvPr>
            <p:custDataLst>
              <p:tags r:id="rId23"/>
            </p:custDataLst>
          </p:nvPr>
        </p:nvCxnSpPr>
        <p:spPr>
          <a:xfrm flipH="1">
            <a:off x="9"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grpSp>
        <p:nvGrpSpPr>
          <p:cNvPr id="14" name="Groupe 1">
            <a:extLst>
              <a:ext uri="{FF2B5EF4-FFF2-40B4-BE49-F238E27FC236}">
                <a16:creationId xmlns="" xmlns:a16="http://schemas.microsoft.com/office/drawing/2014/main" id="{BE8A762F-12CA-4505-8697-4A98F69D5FCE}"/>
              </a:ext>
            </a:extLst>
          </p:cNvPr>
          <p:cNvGrpSpPr/>
          <p:nvPr/>
        </p:nvGrpSpPr>
        <p:grpSpPr>
          <a:xfrm>
            <a:off x="11501102" y="171573"/>
            <a:ext cx="419436" cy="388988"/>
            <a:chOff x="11501102" y="171573"/>
            <a:chExt cx="419436" cy="388988"/>
          </a:xfrm>
        </p:grpSpPr>
        <p:sp>
          <p:nvSpPr>
            <p:cNvPr id="16" name="Freeform 13">
              <a:extLst>
                <a:ext uri="{FF2B5EF4-FFF2-40B4-BE49-F238E27FC236}">
                  <a16:creationId xmlns="" xmlns:a16="http://schemas.microsoft.com/office/drawing/2014/main" id="{79BDE807-C0D6-4ECC-9D72-3D5332B2877E}"/>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4">
              <a:extLst>
                <a:ext uri="{FF2B5EF4-FFF2-40B4-BE49-F238E27FC236}">
                  <a16:creationId xmlns="" xmlns:a16="http://schemas.microsoft.com/office/drawing/2014/main" id="{B598BB44-5C3B-495C-AB4A-980F69B431A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3" name="Rectangle 22">
            <a:extLst>
              <a:ext uri="{FF2B5EF4-FFF2-40B4-BE49-F238E27FC236}">
                <a16:creationId xmlns="" xmlns:a16="http://schemas.microsoft.com/office/drawing/2014/main" id="{62606FCD-12D7-42E8-8885-B7F0FE845C7B}"/>
              </a:ext>
            </a:extLst>
          </p:cNvPr>
          <p:cNvSpPr>
            <a:spLocks noChangeArrowheads="1"/>
          </p:cNvSpPr>
          <p:nvPr>
            <p:custDataLst>
              <p:tags r:id="rId24"/>
            </p:custDataLst>
          </p:nvPr>
        </p:nvSpPr>
        <p:spPr bwMode="auto">
          <a:xfrm>
            <a:off x="8297642" y="6623414"/>
            <a:ext cx="3274639"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dirty="0">
                <a:solidFill>
                  <a:schemeClr val="tx2"/>
                </a:solidFill>
                <a:latin typeface="+mj-lt"/>
                <a:cs typeface="Helvetica Light"/>
              </a:rPr>
              <a:t>Copyright © Capgemini 2018. All Rights Reserved</a:t>
            </a:r>
          </a:p>
        </p:txBody>
      </p:sp>
      <p:grpSp>
        <p:nvGrpSpPr>
          <p:cNvPr id="13" name="Groupe 1">
            <a:extLst>
              <a:ext uri="{FF2B5EF4-FFF2-40B4-BE49-F238E27FC236}">
                <a16:creationId xmlns="" xmlns:a16="http://schemas.microsoft.com/office/drawing/2014/main" id="{577EB6A5-23DD-43BF-A208-FBE1C1F13A76}"/>
              </a:ext>
            </a:extLst>
          </p:cNvPr>
          <p:cNvGrpSpPr/>
          <p:nvPr userDrawn="1"/>
        </p:nvGrpSpPr>
        <p:grpSpPr>
          <a:xfrm>
            <a:off x="11501102" y="171573"/>
            <a:ext cx="419436" cy="388988"/>
            <a:chOff x="11501102" y="171573"/>
            <a:chExt cx="419436" cy="388988"/>
          </a:xfrm>
        </p:grpSpPr>
        <p:sp>
          <p:nvSpPr>
            <p:cNvPr id="18" name="Freeform 13">
              <a:extLst>
                <a:ext uri="{FF2B5EF4-FFF2-40B4-BE49-F238E27FC236}">
                  <a16:creationId xmlns="" xmlns:a16="http://schemas.microsoft.com/office/drawing/2014/main" id="{597B2D71-85F8-4174-8C4E-DBDE45D0B841}"/>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a:extLst>
                <a:ext uri="{FF2B5EF4-FFF2-40B4-BE49-F238E27FC236}">
                  <a16:creationId xmlns="" xmlns:a16="http://schemas.microsoft.com/office/drawing/2014/main" id="{F2A9CAEB-7FA0-4E03-826F-90065D089B90}"/>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0" name="Retângulo 43">
            <a:extLst>
              <a:ext uri="{FF2B5EF4-FFF2-40B4-BE49-F238E27FC236}">
                <a16:creationId xmlns="" xmlns:a16="http://schemas.microsoft.com/office/drawing/2014/main" id="{51C34C3B-8FDC-43E4-81A0-87C4A5F5A25B}"/>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24" name="Text Placeholder 7">
            <a:extLst>
              <a:ext uri="{FF2B5EF4-FFF2-40B4-BE49-F238E27FC236}">
                <a16:creationId xmlns="" xmlns:a16="http://schemas.microsoft.com/office/drawing/2014/main" id="{09065918-DC9F-4FC9-A6E7-0161D6691529}"/>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err="1">
                <a:solidFill>
                  <a:schemeClr val="bg1">
                    <a:lumMod val="65000"/>
                  </a:schemeClr>
                </a:solidFill>
              </a:rPr>
              <a:t>PresentationTitle</a:t>
            </a:r>
            <a:r>
              <a:rPr lang="en-US" dirty="0">
                <a:solidFill>
                  <a:schemeClr val="bg1">
                    <a:lumMod val="65000"/>
                  </a:schemeClr>
                </a:solidFill>
              </a:rPr>
              <a:t> | Author | Date</a:t>
            </a:r>
          </a:p>
        </p:txBody>
      </p:sp>
      <p:grpSp>
        <p:nvGrpSpPr>
          <p:cNvPr id="25" name="Groupe 2">
            <a:extLst>
              <a:ext uri="{FF2B5EF4-FFF2-40B4-BE49-F238E27FC236}">
                <a16:creationId xmlns="" xmlns:a16="http://schemas.microsoft.com/office/drawing/2014/main" id="{EF148A26-2EE3-4DFF-937A-24F97B090662}"/>
              </a:ext>
            </a:extLst>
          </p:cNvPr>
          <p:cNvGrpSpPr/>
          <p:nvPr userDrawn="1"/>
        </p:nvGrpSpPr>
        <p:grpSpPr>
          <a:xfrm>
            <a:off x="12355040" y="33161"/>
            <a:ext cx="360000" cy="1800000"/>
            <a:chOff x="12355040" y="33161"/>
            <a:chExt cx="360000" cy="1800000"/>
          </a:xfrm>
        </p:grpSpPr>
        <p:sp>
          <p:nvSpPr>
            <p:cNvPr id="26" name="Rectangle 25">
              <a:extLst>
                <a:ext uri="{FF2B5EF4-FFF2-40B4-BE49-F238E27FC236}">
                  <a16:creationId xmlns="" xmlns:a16="http://schemas.microsoft.com/office/drawing/2014/main" id="{CF408AB1-E1E8-4614-B3EF-2F3C3368B7D0}"/>
                </a:ext>
              </a:extLst>
            </p:cNvPr>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7" name="Rectangle 26">
              <a:extLst>
                <a:ext uri="{FF2B5EF4-FFF2-40B4-BE49-F238E27FC236}">
                  <a16:creationId xmlns="" xmlns:a16="http://schemas.microsoft.com/office/drawing/2014/main" id="{AF139715-EC56-4D5B-A584-E0D83BFD79AA}"/>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8" name="Rectangle 27">
              <a:extLst>
                <a:ext uri="{FF2B5EF4-FFF2-40B4-BE49-F238E27FC236}">
                  <a16:creationId xmlns="" xmlns:a16="http://schemas.microsoft.com/office/drawing/2014/main" id="{CC0EDB29-34F5-4978-8D83-D1ECDA27E7A6}"/>
                </a:ext>
              </a:extLst>
            </p:cNvPr>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9" name="Rectangle 28">
              <a:extLst>
                <a:ext uri="{FF2B5EF4-FFF2-40B4-BE49-F238E27FC236}">
                  <a16:creationId xmlns="" xmlns:a16="http://schemas.microsoft.com/office/drawing/2014/main" id="{3636BF1B-FF79-4731-99CF-5C8E3A808AB4}"/>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0" name="Rectangle 29">
              <a:extLst>
                <a:ext uri="{FF2B5EF4-FFF2-40B4-BE49-F238E27FC236}">
                  <a16:creationId xmlns="" xmlns:a16="http://schemas.microsoft.com/office/drawing/2014/main" id="{A50A5938-BCF9-47EB-AEAC-22CCE467BA4B}"/>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grpSp>
        <p:nvGrpSpPr>
          <p:cNvPr id="31" name="Groupe 4">
            <a:extLst>
              <a:ext uri="{FF2B5EF4-FFF2-40B4-BE49-F238E27FC236}">
                <a16:creationId xmlns="" xmlns:a16="http://schemas.microsoft.com/office/drawing/2014/main" id="{056DABC4-238C-4CD9-9F81-FACE9E275FC2}"/>
              </a:ext>
            </a:extLst>
          </p:cNvPr>
          <p:cNvGrpSpPr/>
          <p:nvPr userDrawn="1"/>
        </p:nvGrpSpPr>
        <p:grpSpPr>
          <a:xfrm>
            <a:off x="12355040" y="1954479"/>
            <a:ext cx="360000" cy="4875772"/>
            <a:chOff x="12355040" y="1954479"/>
            <a:chExt cx="360000" cy="4875772"/>
          </a:xfrm>
        </p:grpSpPr>
        <p:sp>
          <p:nvSpPr>
            <p:cNvPr id="32" name="Rectangle 31">
              <a:extLst>
                <a:ext uri="{FF2B5EF4-FFF2-40B4-BE49-F238E27FC236}">
                  <a16:creationId xmlns="" xmlns:a16="http://schemas.microsoft.com/office/drawing/2014/main" id="{3CF5FC82-0B0B-45D9-AC6B-62240E319CFE}"/>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33" name="Rectangle 32">
              <a:extLst>
                <a:ext uri="{FF2B5EF4-FFF2-40B4-BE49-F238E27FC236}">
                  <a16:creationId xmlns="" xmlns:a16="http://schemas.microsoft.com/office/drawing/2014/main" id="{909D68DC-FC31-4F3C-B0D7-C2B6049BF80B}"/>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34" name="Rectangle 33">
              <a:extLst>
                <a:ext uri="{FF2B5EF4-FFF2-40B4-BE49-F238E27FC236}">
                  <a16:creationId xmlns="" xmlns:a16="http://schemas.microsoft.com/office/drawing/2014/main" id="{8BA315A6-7849-40C0-A88A-615B2F92631B}"/>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5" name="Rectangle 34">
              <a:extLst>
                <a:ext uri="{FF2B5EF4-FFF2-40B4-BE49-F238E27FC236}">
                  <a16:creationId xmlns="" xmlns:a16="http://schemas.microsoft.com/office/drawing/2014/main" id="{BF28AB79-1BA8-4AA3-AF86-133E71900E05}"/>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6" name="Rectangle 35">
              <a:extLst>
                <a:ext uri="{FF2B5EF4-FFF2-40B4-BE49-F238E27FC236}">
                  <a16:creationId xmlns="" xmlns:a16="http://schemas.microsoft.com/office/drawing/2014/main" id="{C95D2749-34E1-48E0-9FF6-A1343E54EB93}"/>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7" name="Rectangle 36">
              <a:extLst>
                <a:ext uri="{FF2B5EF4-FFF2-40B4-BE49-F238E27FC236}">
                  <a16:creationId xmlns="" xmlns:a16="http://schemas.microsoft.com/office/drawing/2014/main" id="{6E04FB71-8EF9-4DE6-88A2-7B3656611B43}"/>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8" name="Rectangle 37">
              <a:extLst>
                <a:ext uri="{FF2B5EF4-FFF2-40B4-BE49-F238E27FC236}">
                  <a16:creationId xmlns="" xmlns:a16="http://schemas.microsoft.com/office/drawing/2014/main" id="{ADD8B16A-69A7-4FBF-8FEA-813DD646001C}"/>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9" name="Rectangle 38">
              <a:extLst>
                <a:ext uri="{FF2B5EF4-FFF2-40B4-BE49-F238E27FC236}">
                  <a16:creationId xmlns="" xmlns:a16="http://schemas.microsoft.com/office/drawing/2014/main" id="{966F75B3-F944-4399-9689-287803F7AD06}"/>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0" name="Rectangle 39">
              <a:extLst>
                <a:ext uri="{FF2B5EF4-FFF2-40B4-BE49-F238E27FC236}">
                  <a16:creationId xmlns="" xmlns:a16="http://schemas.microsoft.com/office/drawing/2014/main" id="{2655E8E1-1AD2-4547-BF2E-8AFB86FEB3E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1" name="Rectangle 40">
              <a:extLst>
                <a:ext uri="{FF2B5EF4-FFF2-40B4-BE49-F238E27FC236}">
                  <a16:creationId xmlns="" xmlns:a16="http://schemas.microsoft.com/office/drawing/2014/main" id="{0FA4E70F-64E0-4B3B-B5CE-3D34B785569E}"/>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2" name="Rectangle 41">
              <a:extLst>
                <a:ext uri="{FF2B5EF4-FFF2-40B4-BE49-F238E27FC236}">
                  <a16:creationId xmlns="" xmlns:a16="http://schemas.microsoft.com/office/drawing/2014/main" id="{453618A8-6B83-41B8-A9C8-5B27E916B5C8}"/>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3" name="Rectangle 42">
              <a:extLst>
                <a:ext uri="{FF2B5EF4-FFF2-40B4-BE49-F238E27FC236}">
                  <a16:creationId xmlns="" xmlns:a16="http://schemas.microsoft.com/office/drawing/2014/main" id="{CB29D2F4-5B6A-40D7-817C-A5F6248B586D}"/>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4" name="Rectangle 43">
              <a:extLst>
                <a:ext uri="{FF2B5EF4-FFF2-40B4-BE49-F238E27FC236}">
                  <a16:creationId xmlns="" xmlns:a16="http://schemas.microsoft.com/office/drawing/2014/main" id="{465058F1-4FC7-42F2-9AF5-C5A15943DD1A}"/>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5" name="Rectangle 44">
              <a:extLst>
                <a:ext uri="{FF2B5EF4-FFF2-40B4-BE49-F238E27FC236}">
                  <a16:creationId xmlns="" xmlns:a16="http://schemas.microsoft.com/office/drawing/2014/main" id="{F74AF38E-9752-4BB7-B058-1B420ABA652F}"/>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1516094791"/>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7" r:id="rId9"/>
    <p:sldLayoutId id="2147483918" r:id="rId10"/>
    <p:sldLayoutId id="2147483919" r:id="rId11"/>
    <p:sldLayoutId id="2147483920" r:id="rId12"/>
    <p:sldLayoutId id="2147483921" r:id="rId13"/>
    <p:sldLayoutId id="2147483922" r:id="rId14"/>
    <p:sldLayoutId id="2147483923" r:id="rId15"/>
    <p:sldLayoutId id="2147483924" r:id="rId16"/>
  </p:sldLayoutIdLst>
  <p:txStyles>
    <p:titleStyle>
      <a:lvl1pPr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tx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tx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defRPr sz="1600" kern="1200">
          <a:solidFill>
            <a:schemeClr val="tx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defRPr sz="1400" kern="1200">
          <a:solidFill>
            <a:schemeClr val="tx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spid="_x0000_s18442" name="think-cell Slide" r:id="rId14" imgW="270" imgH="270" progId="TCLayout.ActiveDocument.1">
                  <p:embed/>
                </p:oleObj>
              </mc:Choice>
              <mc:Fallback>
                <p:oleObj name="think-cell Slide" r:id="rId14" imgW="270" imgH="270" progId="TCLayout.ActiveDocument.1">
                  <p:embed/>
                  <p:pic>
                    <p:nvPicPr>
                      <p:cNvPr id="21" name="Object 20" hidden="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 xmlns:a16="http://schemas.microsoft.com/office/drawing/2014/main"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6" name="Text Placeholder 7">
            <a:extLst>
              <a:ext uri="{FF2B5EF4-FFF2-40B4-BE49-F238E27FC236}">
                <a16:creationId xmlns="" xmlns:a16="http://schemas.microsoft.com/office/drawing/2014/main"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solidFill>
                  <a:schemeClr val="bg1">
                    <a:lumMod val="65000"/>
                  </a:schemeClr>
                </a:solidFill>
              </a:rPr>
              <a:t>© Capgemini 2017. All rights reserved  </a:t>
            </a:r>
            <a:r>
              <a:rPr lang="en-US" dirty="0">
                <a:solidFill>
                  <a:schemeClr val="accent2"/>
                </a:solidFill>
              </a:rPr>
              <a:t>|</a:t>
            </a:r>
          </a:p>
        </p:txBody>
      </p:sp>
      <p:sp>
        <p:nvSpPr>
          <p:cNvPr id="8" name="Text Placeholder 7">
            <a:extLst>
              <a:ext uri="{FF2B5EF4-FFF2-40B4-BE49-F238E27FC236}">
                <a16:creationId xmlns="" xmlns:a16="http://schemas.microsoft.com/office/drawing/2014/main" id="{E824319D-02CC-441E-87B5-E9D15DE8CA35}"/>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a:solidFill>
                  <a:schemeClr val="bg1">
                    <a:lumMod val="65000"/>
                  </a:schemeClr>
                </a:solidFill>
              </a:rPr>
              <a:t>Presentation Title | Author | Date</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a:t>
            </a:r>
            <a:r>
              <a:rPr lang="fr-FR" dirty="0" err="1"/>
              <a:t>title</a:t>
            </a:r>
            <a:endParaRPr lang="en-US" dirty="0"/>
          </a:p>
        </p:txBody>
      </p:sp>
    </p:spTree>
    <p:extLst>
      <p:ext uri="{BB962C8B-B14F-4D97-AF65-F5344CB8AC3E}">
        <p14:creationId xmlns:p14="http://schemas.microsoft.com/office/powerpoint/2010/main" val="2066722123"/>
      </p:ext>
    </p:extLst>
  </p:cSld>
  <p:clrMap bg1="lt1" tx1="dk1" bg2="lt2" tx2="dk2" accent1="accent1" accent2="accent2" accent3="accent3" accent4="accent4" accent5="accent5" accent6="accent6" hlink="hlink" folHlink="folHlink"/>
  <p:sldLayoutIdLst>
    <p:sldLayoutId id="2147483958" r:id="rId1"/>
    <p:sldLayoutId id="2147483959" r:id="rId2"/>
    <p:sldLayoutId id="2147483960" r:id="rId3"/>
    <p:sldLayoutId id="2147483961" r:id="rId4"/>
    <p:sldLayoutId id="2147483962" r:id="rId5"/>
    <p:sldLayoutId id="2147483963" r:id="rId6"/>
    <p:sldLayoutId id="2147483964" r:id="rId7"/>
    <p:sldLayoutId id="2147483965" r:id="rId8"/>
    <p:sldLayoutId id="2147483966" r:id="rId9"/>
    <p:sldLayoutId id="2147483967" r:id="rId10"/>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hyperlink" Target="mailto:raubins.raj@capgemini.com" TargetMode="External"/><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6.xml"/><Relationship Id="rId6" Type="http://schemas.openxmlformats.org/officeDocument/2006/relationships/hyperlink" Target="https://drive.google.com/file/d/1Kok2SSwRgqioPFCIosVPynC41Vabv253/view?usp=sharing" TargetMode="External"/><Relationship Id="rId5" Type="http://schemas.openxmlformats.org/officeDocument/2006/relationships/image" Target="../media/image13.png"/><Relationship Id="rId4" Type="http://schemas.openxmlformats.org/officeDocument/2006/relationships/hyperlink" Target="https://github.com/vamsigutha/EshoppingZone-Spring-boot" TargetMode="External"/><Relationship Id="rId9" Type="http://schemas.openxmlformats.org/officeDocument/2006/relationships/image" Target="../media/image1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 xmlns:a16="http://schemas.microsoft.com/office/drawing/2014/main" id="{B8B0DC3D-A319-4B78-A461-3FAC5C106C85}"/>
              </a:ext>
            </a:extLst>
          </p:cNvPr>
          <p:cNvGraphicFramePr>
            <a:graphicFrameLocks noGrp="1"/>
          </p:cNvGraphicFramePr>
          <p:nvPr>
            <p:extLst>
              <p:ext uri="{D42A27DB-BD31-4B8C-83A1-F6EECF244321}">
                <p14:modId xmlns:p14="http://schemas.microsoft.com/office/powerpoint/2010/main" val="3254511955"/>
              </p:ext>
            </p:extLst>
          </p:nvPr>
        </p:nvGraphicFramePr>
        <p:xfrm>
          <a:off x="9229514" y="1143001"/>
          <a:ext cx="3038686" cy="5172297"/>
        </p:xfrm>
        <a:graphic>
          <a:graphicData uri="http://schemas.openxmlformats.org/drawingml/2006/table">
            <a:tbl>
              <a:tblPr firstRow="1" bandRow="1">
                <a:tableStyleId>{0E3FDE45-AF77-4B5C-9715-49D594BDF05E}</a:tableStyleId>
              </a:tblPr>
              <a:tblGrid>
                <a:gridCol w="752686">
                  <a:extLst>
                    <a:ext uri="{9D8B030D-6E8A-4147-A177-3AD203B41FA5}">
                      <a16:colId xmlns="" xmlns:a16="http://schemas.microsoft.com/office/drawing/2014/main" val="3331298770"/>
                    </a:ext>
                  </a:extLst>
                </a:gridCol>
                <a:gridCol w="2286000">
                  <a:extLst>
                    <a:ext uri="{9D8B030D-6E8A-4147-A177-3AD203B41FA5}">
                      <a16:colId xmlns="" xmlns:a16="http://schemas.microsoft.com/office/drawing/2014/main" val="879084521"/>
                    </a:ext>
                  </a:extLst>
                </a:gridCol>
              </a:tblGrid>
              <a:tr h="444183">
                <a:tc>
                  <a:txBody>
                    <a:bodyPr/>
                    <a:lstStyle/>
                    <a:p>
                      <a:r>
                        <a:rPr kumimoji="0" lang="en-US" altLang="en-US" sz="800" b="0" u="none" strike="noStrike" kern="1200" cap="none" spc="0" normalizeH="0" baseline="0" noProof="0" dirty="0">
                          <a:ln>
                            <a:noFill/>
                          </a:ln>
                          <a:effectLst/>
                          <a:uLnTx/>
                          <a:uFillTx/>
                        </a:rPr>
                        <a:t>Java 8 /J2EE</a:t>
                      </a:r>
                      <a:r>
                        <a:rPr kumimoji="0" lang="en-US" sz="800" b="0" u="none" strike="noStrike" kern="1200" cap="none" spc="0" normalizeH="0" baseline="0" dirty="0">
                          <a:ln>
                            <a:noFill/>
                          </a:ln>
                          <a:effectLst/>
                          <a:uLnTx/>
                          <a:uFillTx/>
                        </a:rPr>
                        <a:t> </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dirty="0">
                          <a:ln>
                            <a:noFill/>
                          </a:ln>
                          <a:effectLst/>
                          <a:uLnTx/>
                          <a:uFillTx/>
                        </a:rPr>
                        <a:t>Java Basics, OOPS, Generics, Collections, Arrays, Loops, Lambda Exp, Stream API</a:t>
                      </a:r>
                    </a:p>
                    <a:p>
                      <a:r>
                        <a:rPr kumimoji="0" lang="en-US" sz="700" b="0" u="none" strike="noStrike" kern="1200" cap="none" spc="0" normalizeH="0" baseline="0" dirty="0">
                          <a:ln>
                            <a:noFill/>
                          </a:ln>
                          <a:effectLst/>
                          <a:uLnTx/>
                          <a:uFillTx/>
                        </a:rPr>
                        <a:t>Junit, Mockito, Servlets</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 xmlns:a16="http://schemas.microsoft.com/office/drawing/2014/main" val="3727898659"/>
                  </a:ext>
                </a:extLst>
              </a:tr>
              <a:tr h="32573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800" u="none" strike="noStrike" kern="1200" cap="none" spc="0" normalizeH="0" baseline="0" noProof="0" dirty="0">
                          <a:ln>
                            <a:noFill/>
                          </a:ln>
                          <a:effectLst/>
                          <a:uLnTx/>
                          <a:uFillTx/>
                        </a:rPr>
                        <a:t>Spring core</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r>
                        <a:rPr kumimoji="0" lang="en-US" sz="700" u="none" strike="noStrike" kern="1200" cap="none" spc="0" normalizeH="0" baseline="0" dirty="0">
                          <a:ln>
                            <a:noFill/>
                          </a:ln>
                          <a:effectLst/>
                          <a:uLnTx/>
                          <a:uFillTx/>
                        </a:rPr>
                        <a:t>IOC &amp; Dependency Injection, </a:t>
                      </a:r>
                      <a:r>
                        <a:rPr kumimoji="0" lang="en-US" sz="700" u="none" strike="noStrike" kern="1200" cap="none" spc="0" normalizeH="0" baseline="0" dirty="0" err="1">
                          <a:ln>
                            <a:noFill/>
                          </a:ln>
                          <a:effectLst/>
                          <a:uLnTx/>
                          <a:uFillTx/>
                        </a:rPr>
                        <a:t>Autowire</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 xmlns:a16="http://schemas.microsoft.com/office/drawing/2014/main" val="3294054581"/>
                  </a:ext>
                </a:extLst>
              </a:tr>
              <a:tr h="5626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800" u="none" strike="noStrike" kern="1200" cap="none" spc="0" normalizeH="0" baseline="0" noProof="0" dirty="0">
                          <a:ln>
                            <a:noFill/>
                          </a:ln>
                          <a:effectLst/>
                          <a:uLnTx/>
                          <a:uFillTx/>
                        </a:rPr>
                        <a:t>Spring REST</a:t>
                      </a:r>
                    </a:p>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REST controllers, Implementation of GET, POST, PUT &amp; DELETE, Bean Validation &amp; Exception Handling, Testing Services, Controller &amp; Repository layer</a:t>
                      </a:r>
                      <a:endParaRPr lang="en-US" sz="700" dirty="0">
                        <a:solidFill>
                          <a:schemeClr val="tx1"/>
                        </a:solidFill>
                      </a:endParaRPr>
                    </a:p>
                  </a:txBody>
                  <a:tcPr/>
                </a:tc>
                <a:extLst>
                  <a:ext uri="{0D108BD9-81ED-4DB2-BD59-A6C34878D82A}">
                    <a16:rowId xmlns="" xmlns:a16="http://schemas.microsoft.com/office/drawing/2014/main" val="3229840877"/>
                  </a:ext>
                </a:extLst>
              </a:tr>
              <a:tr h="444183">
                <a:tc>
                  <a:txBody>
                    <a:bodyPr/>
                    <a:lstStyle/>
                    <a:p>
                      <a:r>
                        <a:rPr kumimoji="0" lang="en-US" sz="800" u="none" strike="noStrike" kern="1200" cap="none" spc="0" normalizeH="0" baseline="0" dirty="0">
                          <a:ln>
                            <a:noFill/>
                          </a:ln>
                          <a:effectLst/>
                          <a:uLnTx/>
                          <a:uFillTx/>
                        </a:rPr>
                        <a:t>Spring Data JPA</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Implement DAO layer using spring Data repositories, Transaction Management</a:t>
                      </a:r>
                      <a:endParaRPr lang="en-US" sz="700" dirty="0">
                        <a:solidFill>
                          <a:schemeClr val="tx1"/>
                        </a:solidFill>
                      </a:endParaRPr>
                    </a:p>
                  </a:txBody>
                  <a:tcPr/>
                </a:tc>
                <a:extLst>
                  <a:ext uri="{0D108BD9-81ED-4DB2-BD59-A6C34878D82A}">
                    <a16:rowId xmlns="" xmlns:a16="http://schemas.microsoft.com/office/drawing/2014/main" val="668073409"/>
                  </a:ext>
                </a:extLst>
              </a:tr>
              <a:tr h="562631">
                <a:tc>
                  <a:txBody>
                    <a:bodyPr/>
                    <a:lstStyle/>
                    <a:p>
                      <a:r>
                        <a:rPr kumimoji="0" lang="en-US" sz="800" u="none" strike="noStrike" kern="1200" cap="none" spc="0" normalizeH="0" baseline="0" dirty="0">
                          <a:ln>
                            <a:noFill/>
                          </a:ln>
                          <a:effectLst/>
                          <a:uLnTx/>
                          <a:uFillTx/>
                        </a:rPr>
                        <a:t>Spring Boot Microservices</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r>
                        <a:rPr kumimoji="0" lang="en-US" sz="700" u="none" strike="noStrike" kern="1200" cap="none" spc="0" normalizeH="0" baseline="0" dirty="0">
                          <a:ln>
                            <a:noFill/>
                          </a:ln>
                          <a:effectLst/>
                          <a:uLnTx/>
                          <a:uFillTx/>
                        </a:rPr>
                        <a:t>Spring Boot Starters, annotations, Messaging Service, Sync/Async comms, Swagger API documents</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 xmlns:a16="http://schemas.microsoft.com/office/drawing/2014/main" val="2135133130"/>
                  </a:ext>
                </a:extLst>
              </a:tr>
              <a:tr h="444183">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Spring Cloud</a:t>
                      </a:r>
                    </a:p>
                  </a:txBody>
                  <a:tcPr/>
                </a:tc>
                <a:tc>
                  <a:txBody>
                    <a:bodyPr/>
                    <a:lstStyle/>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Eureka, Netflix Ribbon, Feign Client, Netflix Hystrix, Netflix Zuul &amp; Config Server</a:t>
                      </a:r>
                    </a:p>
                    <a:p>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 xmlns:a16="http://schemas.microsoft.com/office/drawing/2014/main" val="2978295346"/>
                  </a:ext>
                </a:extLst>
              </a:tr>
              <a:tr h="444183">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Angular</a:t>
                      </a:r>
                    </a:p>
                  </a:txBody>
                  <a:tcPr/>
                </a:tc>
                <a:tc>
                  <a:txBody>
                    <a:bodyPr/>
                    <a:lstStyle/>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Components, Services, Modules, Routing, Forms &amp; Validation, Testing using Jasmine &amp; Karma</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 xmlns:a16="http://schemas.microsoft.com/office/drawing/2014/main" val="3158575213"/>
                  </a:ext>
                </a:extLst>
              </a:tr>
              <a:tr h="325734">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Database</a:t>
                      </a:r>
                    </a:p>
                  </a:txBody>
                  <a:tcPr/>
                </a:tc>
                <a:tc>
                  <a:txBody>
                    <a:bodyPr/>
                    <a:lstStyle/>
                    <a:p>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MongoDB No </a:t>
                      </a:r>
                      <a:r>
                        <a:rPr kumimoji="0" lang="en-US" sz="700" b="0" i="0" u="none" strike="noStrike" kern="1200" cap="none" spc="0" normalizeH="0" baseline="0" dirty="0" err="1">
                          <a:ln>
                            <a:noFill/>
                          </a:ln>
                          <a:solidFill>
                            <a:prstClr val="black"/>
                          </a:solidFill>
                          <a:effectLst/>
                          <a:uLnTx/>
                          <a:uFillTx/>
                          <a:latin typeface="Verdana" panose="020B0604030504040204" pitchFamily="34" charset="0"/>
                          <a:ea typeface="+mn-ea"/>
                          <a:cs typeface="+mn-cs"/>
                        </a:rPr>
                        <a:t>Sql</a:t>
                      </a:r>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 Basics</a:t>
                      </a:r>
                    </a:p>
                    <a:p>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My SQL RDS Basics</a:t>
                      </a:r>
                    </a:p>
                  </a:txBody>
                  <a:tcPr/>
                </a:tc>
                <a:extLst>
                  <a:ext uri="{0D108BD9-81ED-4DB2-BD59-A6C34878D82A}">
                    <a16:rowId xmlns="" xmlns:a16="http://schemas.microsoft.com/office/drawing/2014/main" val="2298680090"/>
                  </a:ext>
                </a:extLst>
              </a:tr>
              <a:tr h="444183">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UI Tech</a:t>
                      </a:r>
                    </a:p>
                  </a:txBody>
                  <a:tcPr/>
                </a:tc>
                <a:tc>
                  <a:txBody>
                    <a:bodyPr/>
                    <a:lstStyle/>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HTML 5 &amp; CSS 3,JavaScript, ES6 &amp; TypeScript</a:t>
                      </a:r>
                    </a:p>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Reusable templates, Optimized UI Designed</a:t>
                      </a:r>
                    </a:p>
                  </a:txBody>
                  <a:tcPr/>
                </a:tc>
                <a:extLst>
                  <a:ext uri="{0D108BD9-81ED-4DB2-BD59-A6C34878D82A}">
                    <a16:rowId xmlns="" xmlns:a16="http://schemas.microsoft.com/office/drawing/2014/main" val="9512774"/>
                  </a:ext>
                </a:extLst>
              </a:tr>
              <a:tr h="260251">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Tools</a:t>
                      </a:r>
                    </a:p>
                  </a:txBody>
                  <a:tcPr/>
                </a:tc>
                <a:tc>
                  <a:txBody>
                    <a:bodyPr/>
                    <a:lstStyle/>
                    <a:p>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Git, Postman, Maven, IDE</a:t>
                      </a:r>
                    </a:p>
                  </a:txBody>
                  <a:tcPr/>
                </a:tc>
                <a:extLst>
                  <a:ext uri="{0D108BD9-81ED-4DB2-BD59-A6C34878D82A}">
                    <a16:rowId xmlns="" xmlns:a16="http://schemas.microsoft.com/office/drawing/2014/main" val="645317192"/>
                  </a:ext>
                </a:extLst>
              </a:tr>
              <a:tr h="444183">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Devops</a:t>
                      </a:r>
                    </a:p>
                  </a:txBody>
                  <a:tcPr/>
                </a:tc>
                <a:tc>
                  <a:txBody>
                    <a:bodyPr/>
                    <a:lstStyle/>
                    <a:p>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CI/CD, Jenkins configuration, Build Pipelines, notifications, quality gate understanding</a:t>
                      </a:r>
                    </a:p>
                  </a:txBody>
                  <a:tcPr/>
                </a:tc>
                <a:extLst>
                  <a:ext uri="{0D108BD9-81ED-4DB2-BD59-A6C34878D82A}">
                    <a16:rowId xmlns="" xmlns:a16="http://schemas.microsoft.com/office/drawing/2014/main" val="3653916308"/>
                  </a:ext>
                </a:extLst>
              </a:tr>
              <a:tr h="444183">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Add On skills</a:t>
                      </a:r>
                    </a:p>
                  </a:txBody>
                  <a:tcPr/>
                </a:tc>
                <a:tc>
                  <a:txBody>
                    <a:bodyPr/>
                    <a:lstStyle/>
                    <a:p>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Communications, Team management. Peer </a:t>
                      </a:r>
                      <a:r>
                        <a:rPr kumimoji="0" lang="en-US" sz="700" b="0" i="0" u="none" strike="noStrike" kern="1200" cap="none" spc="0" normalizeH="0" baseline="0" dirty="0" err="1" smtClean="0">
                          <a:ln>
                            <a:noFill/>
                          </a:ln>
                          <a:solidFill>
                            <a:prstClr val="black"/>
                          </a:solidFill>
                          <a:effectLst/>
                          <a:uLnTx/>
                          <a:uFillTx/>
                          <a:latin typeface="Verdana" panose="020B0604030504040204" pitchFamily="34" charset="0"/>
                          <a:ea typeface="+mn-ea"/>
                          <a:cs typeface="+mn-cs"/>
                        </a:rPr>
                        <a:t>learning,Leadership</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 xmlns:a16="http://schemas.microsoft.com/office/drawing/2014/main" val="2840432058"/>
                  </a:ext>
                </a:extLst>
              </a:tr>
            </a:tbl>
          </a:graphicData>
        </a:graphic>
      </p:graphicFrame>
      <p:sp>
        <p:nvSpPr>
          <p:cNvPr id="7170" name="Text Placeholder 18">
            <a:extLst>
              <a:ext uri="{FF2B5EF4-FFF2-40B4-BE49-F238E27FC236}">
                <a16:creationId xmlns="" xmlns:a16="http://schemas.microsoft.com/office/drawing/2014/main" id="{4EF0A5D5-CB77-4BCF-86BB-EC8AFA4AA0E3}"/>
              </a:ext>
            </a:extLst>
          </p:cNvPr>
          <p:cNvSpPr>
            <a:spLocks noGrp="1"/>
          </p:cNvSpPr>
          <p:nvPr>
            <p:ph type="body" sz="quarter" idx="36"/>
          </p:nvPr>
        </p:nvSpPr>
        <p:spPr>
          <a:xfrm>
            <a:off x="4837113" y="2995613"/>
            <a:ext cx="4008437" cy="2490787"/>
          </a:xfrm>
        </p:spPr>
        <p:txBody>
          <a:bodyPr/>
          <a:lstStyle/>
          <a:p>
            <a:pPr eaLnBrk="1" hangingPunct="1">
              <a:lnSpc>
                <a:spcPct val="114000"/>
              </a:lnSpc>
            </a:pPr>
            <a:r>
              <a:rPr lang="en-US" altLang="en-US" b="1" dirty="0" smtClean="0"/>
              <a:t>Flight Booking System</a:t>
            </a:r>
            <a:endParaRPr lang="en-US" altLang="en-US" b="1" dirty="0"/>
          </a:p>
          <a:p>
            <a:pPr eaLnBrk="1" hangingPunct="1">
              <a:lnSpc>
                <a:spcPct val="114000"/>
              </a:lnSpc>
            </a:pPr>
            <a:r>
              <a:rPr lang="en-IN" altLang="en-US" dirty="0"/>
              <a:t>Completed end to end case study of </a:t>
            </a:r>
            <a:r>
              <a:rPr lang="en-IN" altLang="en-US" dirty="0" smtClean="0"/>
              <a:t>Flight Booking Application </a:t>
            </a:r>
            <a:r>
              <a:rPr lang="en-IN" altLang="en-US" dirty="0"/>
              <a:t>along with JWT authentication, </a:t>
            </a:r>
            <a:r>
              <a:rPr lang="en-IN" altLang="en-US" dirty="0" smtClean="0"/>
              <a:t>Swagger, Logger and </a:t>
            </a:r>
            <a:r>
              <a:rPr lang="en-IN" altLang="en-US" dirty="0"/>
              <a:t>payment testing using </a:t>
            </a:r>
            <a:r>
              <a:rPr lang="en-IN" altLang="en-US" dirty="0" err="1" smtClean="0"/>
              <a:t>Mockito</a:t>
            </a:r>
            <a:r>
              <a:rPr lang="en-IN" altLang="en-US" dirty="0" smtClean="0"/>
              <a:t> and have connected all the </a:t>
            </a:r>
            <a:r>
              <a:rPr lang="en-IN" altLang="en-US" dirty="0" err="1" smtClean="0"/>
              <a:t>microservices</a:t>
            </a:r>
            <a:r>
              <a:rPr lang="en-IN" altLang="en-US" dirty="0" smtClean="0"/>
              <a:t>  with </a:t>
            </a:r>
            <a:r>
              <a:rPr lang="en-IN" altLang="en-US" dirty="0" err="1" smtClean="0"/>
              <a:t>mongoDB</a:t>
            </a:r>
            <a:r>
              <a:rPr lang="en-IN" altLang="en-US" dirty="0" smtClean="0"/>
              <a:t> and </a:t>
            </a:r>
            <a:r>
              <a:rPr lang="en-IN" altLang="en-US" dirty="0" err="1" smtClean="0"/>
              <a:t>mySQL</a:t>
            </a:r>
            <a:r>
              <a:rPr lang="en-IN" altLang="en-US" dirty="0" smtClean="0"/>
              <a:t>.</a:t>
            </a:r>
          </a:p>
          <a:p>
            <a:pPr eaLnBrk="1" hangingPunct="1">
              <a:lnSpc>
                <a:spcPct val="114000"/>
              </a:lnSpc>
            </a:pPr>
            <a:r>
              <a:rPr lang="en-IN" altLang="nl-NL" b="1" dirty="0" smtClean="0"/>
              <a:t>Completed ”Crash course on Python specialization“ course at Coursera</a:t>
            </a:r>
          </a:p>
          <a:p>
            <a:pPr eaLnBrk="1" hangingPunct="1">
              <a:lnSpc>
                <a:spcPct val="114000"/>
              </a:lnSpc>
            </a:pPr>
            <a:endParaRPr lang="en-IN" altLang="nl-NL" b="1" dirty="0" smtClean="0"/>
          </a:p>
          <a:p>
            <a:pPr>
              <a:lnSpc>
                <a:spcPct val="114000"/>
              </a:lnSpc>
            </a:pPr>
            <a:r>
              <a:rPr lang="en-IN" altLang="nl-NL" b="1" dirty="0"/>
              <a:t>Completed </a:t>
            </a:r>
            <a:r>
              <a:rPr lang="en-IN" altLang="nl-NL" b="1" dirty="0" smtClean="0"/>
              <a:t>”Intermediate Python“ </a:t>
            </a:r>
            <a:r>
              <a:rPr lang="en-IN" altLang="nl-NL" b="1" dirty="0"/>
              <a:t>course </a:t>
            </a:r>
            <a:r>
              <a:rPr lang="en-IN" altLang="nl-NL" b="1" dirty="0" smtClean="0"/>
              <a:t>from </a:t>
            </a:r>
            <a:r>
              <a:rPr lang="en-IN" altLang="nl-NL" b="1" dirty="0" err="1" smtClean="0"/>
              <a:t>Datacamp</a:t>
            </a:r>
            <a:endParaRPr lang="en-IN" altLang="nl-NL" b="1" dirty="0" smtClean="0"/>
          </a:p>
          <a:p>
            <a:pPr>
              <a:lnSpc>
                <a:spcPct val="114000"/>
              </a:lnSpc>
            </a:pPr>
            <a:endParaRPr lang="en-IN" altLang="nl-NL" b="1" dirty="0" smtClean="0"/>
          </a:p>
          <a:p>
            <a:pPr>
              <a:lnSpc>
                <a:spcPct val="114000"/>
              </a:lnSpc>
            </a:pPr>
            <a:r>
              <a:rPr lang="en-IN" altLang="nl-NL" b="1" dirty="0"/>
              <a:t>Completed </a:t>
            </a:r>
            <a:r>
              <a:rPr lang="en-IN" altLang="nl-NL" b="1" dirty="0" smtClean="0"/>
              <a:t>”Neural network and deep learning “ </a:t>
            </a:r>
            <a:r>
              <a:rPr lang="en-IN" altLang="nl-NL" b="1" dirty="0"/>
              <a:t>course at Coursera</a:t>
            </a:r>
          </a:p>
          <a:p>
            <a:pPr eaLnBrk="1" hangingPunct="1">
              <a:lnSpc>
                <a:spcPct val="114000"/>
              </a:lnSpc>
            </a:pPr>
            <a:endParaRPr lang="en-IN" altLang="nl-NL" b="1" dirty="0" smtClean="0"/>
          </a:p>
          <a:p>
            <a:pPr eaLnBrk="1" hangingPunct="1">
              <a:lnSpc>
                <a:spcPct val="114000"/>
              </a:lnSpc>
            </a:pPr>
            <a:endParaRPr lang="en-IN" altLang="nl-NL" b="1" dirty="0" smtClean="0"/>
          </a:p>
          <a:p>
            <a:pPr eaLnBrk="1" hangingPunct="1">
              <a:lnSpc>
                <a:spcPct val="114000"/>
              </a:lnSpc>
            </a:pPr>
            <a:endParaRPr lang="en-IN" altLang="nl-NL" b="1" dirty="0" smtClean="0"/>
          </a:p>
          <a:p>
            <a:pPr eaLnBrk="1" hangingPunct="1">
              <a:lnSpc>
                <a:spcPct val="114000"/>
              </a:lnSpc>
            </a:pPr>
            <a:r>
              <a:rPr lang="en-IN" altLang="nl-NL" b="1" dirty="0" smtClean="0"/>
              <a:t> </a:t>
            </a:r>
            <a:endParaRPr lang="en-IN" altLang="nl-NL" b="1" dirty="0"/>
          </a:p>
          <a:p>
            <a:pPr eaLnBrk="1" hangingPunct="1">
              <a:lnSpc>
                <a:spcPct val="114000"/>
              </a:lnSpc>
            </a:pPr>
            <a:endParaRPr lang="en-IN" altLang="en-US" dirty="0"/>
          </a:p>
          <a:p>
            <a:pPr eaLnBrk="1" hangingPunct="1">
              <a:lnSpc>
                <a:spcPct val="114000"/>
              </a:lnSpc>
            </a:pPr>
            <a:endParaRPr lang="en-US" altLang="nl-NL" b="1"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US" altLang="nl-NL" b="1" dirty="0"/>
          </a:p>
          <a:p>
            <a:pPr eaLnBrk="1" hangingPunct="1">
              <a:lnSpc>
                <a:spcPct val="114000"/>
              </a:lnSpc>
            </a:pPr>
            <a:r>
              <a:rPr lang="en-US" altLang="nl-NL" dirty="0"/>
              <a:t/>
            </a:r>
            <a:br>
              <a:rPr lang="en-US" altLang="nl-NL" dirty="0"/>
            </a:br>
            <a:r>
              <a:rPr lang="en-US" altLang="nl-NL" dirty="0"/>
              <a:t/>
            </a:r>
            <a:br>
              <a:rPr lang="en-US" altLang="nl-NL" dirty="0"/>
            </a:br>
            <a:endParaRPr lang="nl-NL" altLang="nl-NL" dirty="0"/>
          </a:p>
        </p:txBody>
      </p:sp>
      <p:sp>
        <p:nvSpPr>
          <p:cNvPr id="7171" name="Text Placeholder 21">
            <a:extLst>
              <a:ext uri="{FF2B5EF4-FFF2-40B4-BE49-F238E27FC236}">
                <a16:creationId xmlns="" xmlns:a16="http://schemas.microsoft.com/office/drawing/2014/main" id="{FF4CCF3B-4887-442F-A757-E5908FA1808D}"/>
              </a:ext>
            </a:extLst>
          </p:cNvPr>
          <p:cNvSpPr>
            <a:spLocks noGrp="1"/>
          </p:cNvSpPr>
          <p:nvPr>
            <p:ph type="body" sz="quarter" idx="42"/>
          </p:nvPr>
        </p:nvSpPr>
        <p:spPr>
          <a:xfrm>
            <a:off x="2468563" y="665163"/>
            <a:ext cx="6056312" cy="322262"/>
          </a:xfrm>
        </p:spPr>
        <p:txBody>
          <a:bodyPr/>
          <a:lstStyle/>
          <a:p>
            <a:pPr fontAlgn="base">
              <a:spcBef>
                <a:spcPct val="0"/>
              </a:spcBef>
            </a:pPr>
            <a:r>
              <a:rPr lang="nl-NL" altLang="nl-NL" dirty="0"/>
              <a:t>Analyst/Software Engineer</a:t>
            </a:r>
          </a:p>
        </p:txBody>
      </p:sp>
      <p:sp>
        <p:nvSpPr>
          <p:cNvPr id="7172" name="Text Placeholder 22">
            <a:extLst>
              <a:ext uri="{FF2B5EF4-FFF2-40B4-BE49-F238E27FC236}">
                <a16:creationId xmlns="" xmlns:a16="http://schemas.microsoft.com/office/drawing/2014/main" id="{994FC039-D8C9-4401-93CE-88467263C848}"/>
              </a:ext>
            </a:extLst>
          </p:cNvPr>
          <p:cNvSpPr>
            <a:spLocks noGrp="1"/>
          </p:cNvSpPr>
          <p:nvPr>
            <p:ph type="body" sz="quarter" idx="43"/>
          </p:nvPr>
        </p:nvSpPr>
        <p:spPr>
          <a:xfrm>
            <a:off x="3649663" y="1353344"/>
            <a:ext cx="2374900" cy="295275"/>
          </a:xfrm>
        </p:spPr>
        <p:txBody>
          <a:bodyPr/>
          <a:lstStyle/>
          <a:p>
            <a:pPr eaLnBrk="1" hangingPunct="1"/>
            <a:r>
              <a:rPr lang="nl-NL" altLang="nl-NL" dirty="0" smtClean="0"/>
              <a:t>Mumbai</a:t>
            </a:r>
            <a:endParaRPr lang="nl-NL" altLang="nl-NL" dirty="0"/>
          </a:p>
          <a:p>
            <a:pPr eaLnBrk="1" hangingPunct="1"/>
            <a:endParaRPr lang="nl-NL" altLang="nl-NL" dirty="0"/>
          </a:p>
        </p:txBody>
      </p:sp>
      <p:sp>
        <p:nvSpPr>
          <p:cNvPr id="7173" name="Text Placeholder 24">
            <a:extLst>
              <a:ext uri="{FF2B5EF4-FFF2-40B4-BE49-F238E27FC236}">
                <a16:creationId xmlns="" xmlns:a16="http://schemas.microsoft.com/office/drawing/2014/main" id="{0DF2099D-8FC2-44CE-AB60-E2C2257CB05D}"/>
              </a:ext>
            </a:extLst>
          </p:cNvPr>
          <p:cNvSpPr>
            <a:spLocks noGrp="1"/>
          </p:cNvSpPr>
          <p:nvPr>
            <p:ph type="body" sz="quarter" idx="47"/>
          </p:nvPr>
        </p:nvSpPr>
        <p:spPr>
          <a:xfrm>
            <a:off x="3352800" y="1524000"/>
            <a:ext cx="2373313" cy="325438"/>
          </a:xfrm>
        </p:spPr>
        <p:txBody>
          <a:bodyPr/>
          <a:lstStyle/>
          <a:p>
            <a:pPr eaLnBrk="1" hangingPunct="1"/>
            <a:r>
              <a:rPr lang="nl-NL" altLang="nl-NL" dirty="0" smtClean="0">
                <a:hlinkClick r:id="rId3"/>
              </a:rPr>
              <a:t>HRITIK.RAY@capgemini.com</a:t>
            </a:r>
            <a:r>
              <a:rPr lang="nl-NL" altLang="nl-NL" dirty="0" smtClean="0"/>
              <a:t> </a:t>
            </a:r>
            <a:endParaRPr lang="nl-NL" altLang="nl-NL" dirty="0"/>
          </a:p>
        </p:txBody>
      </p:sp>
      <p:sp>
        <p:nvSpPr>
          <p:cNvPr id="7174" name="Text Placeholder 25">
            <a:extLst>
              <a:ext uri="{FF2B5EF4-FFF2-40B4-BE49-F238E27FC236}">
                <a16:creationId xmlns="" xmlns:a16="http://schemas.microsoft.com/office/drawing/2014/main" id="{8B11FF61-9AA9-42E0-800D-B94AC06E095E}"/>
              </a:ext>
            </a:extLst>
          </p:cNvPr>
          <p:cNvSpPr>
            <a:spLocks noGrp="1"/>
          </p:cNvSpPr>
          <p:nvPr>
            <p:ph type="body" sz="quarter" idx="48"/>
          </p:nvPr>
        </p:nvSpPr>
        <p:spPr>
          <a:xfrm>
            <a:off x="3348038" y="1770063"/>
            <a:ext cx="2382837" cy="330200"/>
          </a:xfrm>
        </p:spPr>
        <p:txBody>
          <a:bodyPr/>
          <a:lstStyle/>
          <a:p>
            <a:pPr eaLnBrk="1" hangingPunct="1"/>
            <a:r>
              <a:rPr lang="nl-NL" altLang="nl-NL" dirty="0"/>
              <a:t>+91 xxxxxxxxxxxx</a:t>
            </a:r>
          </a:p>
        </p:txBody>
      </p:sp>
      <p:sp>
        <p:nvSpPr>
          <p:cNvPr id="7175" name="Text Placeholder 26">
            <a:extLst>
              <a:ext uri="{FF2B5EF4-FFF2-40B4-BE49-F238E27FC236}">
                <a16:creationId xmlns="" xmlns:a16="http://schemas.microsoft.com/office/drawing/2014/main" id="{BADEA8C0-D1A3-4608-9E63-683339DCC944}"/>
              </a:ext>
            </a:extLst>
          </p:cNvPr>
          <p:cNvSpPr>
            <a:spLocks noGrp="1"/>
          </p:cNvSpPr>
          <p:nvPr>
            <p:ph type="body" sz="quarter" idx="50"/>
          </p:nvPr>
        </p:nvSpPr>
        <p:spPr>
          <a:xfrm>
            <a:off x="438150" y="2672557"/>
            <a:ext cx="4057650" cy="2509043"/>
          </a:xfrm>
        </p:spPr>
        <p:txBody>
          <a:bodyPr/>
          <a:lstStyle/>
          <a:p>
            <a:r>
              <a:rPr lang="en-US" altLang="en-US" sz="1100" b="1" dirty="0"/>
              <a:t>Full Stack Developer</a:t>
            </a:r>
          </a:p>
          <a:p>
            <a:pPr marL="171450" indent="-171450">
              <a:buFont typeface="Arial" panose="020B0604020202020204" pitchFamily="34" charset="0"/>
              <a:buChar char="•"/>
            </a:pPr>
            <a:r>
              <a:rPr lang="en-US" dirty="0"/>
              <a:t>Hands on experience in creating </a:t>
            </a:r>
            <a:r>
              <a:rPr lang="en-US" b="1" dirty="0"/>
              <a:t>microservices</a:t>
            </a:r>
            <a:r>
              <a:rPr lang="en-US" dirty="0"/>
              <a:t> with </a:t>
            </a:r>
            <a:r>
              <a:rPr lang="en-US" b="1" dirty="0" err="1"/>
              <a:t>Springboot</a:t>
            </a:r>
            <a:r>
              <a:rPr lang="en-US" b="1" dirty="0"/>
              <a:t>, Spring Security, Spring Cloud API Gateway,</a:t>
            </a:r>
            <a:r>
              <a:rPr lang="en-US" dirty="0"/>
              <a:t> Eureka server, resilience 4J, load balancing, </a:t>
            </a:r>
            <a:r>
              <a:rPr lang="en-US" dirty="0" err="1" smtClean="0"/>
              <a:t>hystrix</a:t>
            </a:r>
            <a:r>
              <a:rPr lang="en-US" dirty="0" smtClean="0"/>
              <a:t> dashboard.</a:t>
            </a:r>
            <a:endParaRPr lang="en-US" dirty="0"/>
          </a:p>
          <a:p>
            <a:pPr marL="171450" indent="-171450">
              <a:buFont typeface="Arial" panose="020B0604020202020204" pitchFamily="34" charset="0"/>
              <a:buChar char="•"/>
            </a:pPr>
            <a:r>
              <a:rPr lang="en-US" dirty="0"/>
              <a:t>Proficient in creating </a:t>
            </a:r>
            <a:r>
              <a:rPr lang="en-US" b="1" dirty="0"/>
              <a:t>Single page Web</a:t>
            </a:r>
            <a:r>
              <a:rPr lang="en-US" dirty="0"/>
              <a:t> Application in </a:t>
            </a:r>
            <a:r>
              <a:rPr lang="en-US" b="1" dirty="0"/>
              <a:t>Angular</a:t>
            </a:r>
            <a:r>
              <a:rPr lang="en-US" dirty="0"/>
              <a:t> with Authentication with route guards, Angular reactive forms, angular routing, Tailwind CSS</a:t>
            </a:r>
          </a:p>
          <a:p>
            <a:pPr marL="171450" indent="-171450">
              <a:buFont typeface="Arial" panose="020B0604020202020204" pitchFamily="34" charset="0"/>
              <a:buChar char="•"/>
            </a:pPr>
            <a:r>
              <a:rPr lang="en-US" dirty="0"/>
              <a:t>Hands on experience in implementing </a:t>
            </a:r>
            <a:r>
              <a:rPr lang="en-US" b="1" dirty="0"/>
              <a:t>polyglot architecture </a:t>
            </a:r>
            <a:r>
              <a:rPr lang="en-US" dirty="0" smtClean="0"/>
              <a:t>with </a:t>
            </a:r>
            <a:r>
              <a:rPr lang="en-US" b="1" dirty="0" smtClean="0"/>
              <a:t>spring </a:t>
            </a:r>
            <a:r>
              <a:rPr lang="en-US" b="1" dirty="0"/>
              <a:t>boot</a:t>
            </a:r>
            <a:r>
              <a:rPr lang="en-US" dirty="0"/>
              <a:t> </a:t>
            </a:r>
          </a:p>
          <a:p>
            <a:pPr marL="171450" indent="-171450">
              <a:buFont typeface="Arial" panose="020B0604020202020204" pitchFamily="34" charset="0"/>
              <a:buChar char="•"/>
            </a:pPr>
            <a:r>
              <a:rPr lang="en-US" dirty="0"/>
              <a:t>Experience in creating documentation with Java docs and swagger and in </a:t>
            </a:r>
            <a:r>
              <a:rPr lang="en-US" b="1" dirty="0"/>
              <a:t>unit testing using Junit, Mockito</a:t>
            </a:r>
            <a:r>
              <a:rPr lang="en-US" dirty="0"/>
              <a:t> including </a:t>
            </a:r>
            <a:r>
              <a:rPr lang="en-US" b="1" dirty="0"/>
              <a:t>code quality compliance using Sonar cube</a:t>
            </a:r>
          </a:p>
          <a:p>
            <a:pPr marL="171450" indent="-171450">
              <a:buFont typeface="Arial" panose="020B0604020202020204" pitchFamily="34" charset="0"/>
              <a:buChar char="•"/>
            </a:pPr>
            <a:r>
              <a:rPr lang="en-US" dirty="0"/>
              <a:t>Development experience in creating docker images and pushing to </a:t>
            </a:r>
            <a:r>
              <a:rPr lang="en-US" b="1" dirty="0"/>
              <a:t>Docker Hub</a:t>
            </a:r>
            <a:r>
              <a:rPr lang="en-US" dirty="0"/>
              <a:t> with </a:t>
            </a:r>
            <a:r>
              <a:rPr lang="en-US" b="1" dirty="0"/>
              <a:t>containerized</a:t>
            </a:r>
            <a:r>
              <a:rPr lang="en-US" dirty="0"/>
              <a:t> applications using </a:t>
            </a:r>
            <a:r>
              <a:rPr lang="en-US" b="1" dirty="0"/>
              <a:t>Docker SWARM</a:t>
            </a:r>
          </a:p>
          <a:p>
            <a:pPr marL="171450" indent="-171450">
              <a:buFont typeface="Arial" panose="020B0604020202020204" pitchFamily="34" charset="0"/>
              <a:buChar char="•"/>
            </a:pPr>
            <a:r>
              <a:rPr lang="en-US" dirty="0"/>
              <a:t>In-depth understanding of </a:t>
            </a:r>
            <a:r>
              <a:rPr lang="en-US" b="1" dirty="0"/>
              <a:t>deploying spring boot</a:t>
            </a:r>
            <a:r>
              <a:rPr lang="en-US" dirty="0"/>
              <a:t> applications in </a:t>
            </a:r>
            <a:r>
              <a:rPr lang="en-US" b="1" dirty="0"/>
              <a:t>AWS Cloud</a:t>
            </a:r>
            <a:r>
              <a:rPr lang="en-US" dirty="0"/>
              <a:t> environment</a:t>
            </a:r>
          </a:p>
          <a:p>
            <a:r>
              <a:rPr lang="en-US" altLang="nl-NL" dirty="0"/>
              <a:t/>
            </a:r>
            <a:br>
              <a:rPr lang="en-US" altLang="nl-NL" dirty="0"/>
            </a:br>
            <a:endParaRPr lang="en-US" altLang="nl-NL" dirty="0"/>
          </a:p>
        </p:txBody>
      </p:sp>
      <p:sp>
        <p:nvSpPr>
          <p:cNvPr id="7178" name="Text Placeholder 1">
            <a:extLst>
              <a:ext uri="{FF2B5EF4-FFF2-40B4-BE49-F238E27FC236}">
                <a16:creationId xmlns="" xmlns:a16="http://schemas.microsoft.com/office/drawing/2014/main" id="{3959C7F9-3FBF-4100-BACD-7A75D3D2E90B}"/>
              </a:ext>
            </a:extLst>
          </p:cNvPr>
          <p:cNvSpPr>
            <a:spLocks noGrp="1"/>
          </p:cNvSpPr>
          <p:nvPr>
            <p:ph type="body" sz="quarter" idx="41"/>
          </p:nvPr>
        </p:nvSpPr>
        <p:spPr>
          <a:xfrm>
            <a:off x="2468563" y="290513"/>
            <a:ext cx="6223000" cy="306387"/>
          </a:xfrm>
        </p:spPr>
        <p:txBody>
          <a:bodyPr/>
          <a:lstStyle/>
          <a:p>
            <a:r>
              <a:rPr lang="en-IN" altLang="en-US" dirty="0" smtClean="0"/>
              <a:t>Hritik Ray</a:t>
            </a:r>
            <a:endParaRPr lang="en-IN" altLang="en-US" dirty="0"/>
          </a:p>
        </p:txBody>
      </p:sp>
      <p:pic>
        <p:nvPicPr>
          <p:cNvPr id="7179" name="Picture 7">
            <a:hlinkClick r:id="rId4"/>
            <a:extLst>
              <a:ext uri="{FF2B5EF4-FFF2-40B4-BE49-F238E27FC236}">
                <a16:creationId xmlns="" xmlns:a16="http://schemas.microsoft.com/office/drawing/2014/main" id="{12618B16-99B6-4F89-A145-C5939A93831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l="23582" t="2058" r="24332" b="4875"/>
          <a:stretch>
            <a:fillRect/>
          </a:stretch>
        </p:blipFill>
        <p:spPr bwMode="auto">
          <a:xfrm>
            <a:off x="4460946" y="6221411"/>
            <a:ext cx="471487"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0" name="TextBox 3">
            <a:extLst>
              <a:ext uri="{FF2B5EF4-FFF2-40B4-BE49-F238E27FC236}">
                <a16:creationId xmlns="" xmlns:a16="http://schemas.microsoft.com/office/drawing/2014/main" id="{273FF0AF-5E94-435C-8A2A-7A7CA0FE36A6}"/>
              </a:ext>
            </a:extLst>
          </p:cNvPr>
          <p:cNvSpPr txBox="1">
            <a:spLocks noChangeArrowheads="1"/>
          </p:cNvSpPr>
          <p:nvPr/>
        </p:nvSpPr>
        <p:spPr bwMode="auto">
          <a:xfrm>
            <a:off x="4976883" y="6397625"/>
            <a:ext cx="340995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altLang="en-US" sz="11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Check out my work on GitHub &amp; Video Profile</a:t>
            </a:r>
          </a:p>
        </p:txBody>
      </p:sp>
      <p:pic>
        <p:nvPicPr>
          <p:cNvPr id="7181" name="Picture 6" descr="Movie, play, video icon">
            <a:hlinkClick r:id="rId6"/>
            <a:extLst>
              <a:ext uri="{FF2B5EF4-FFF2-40B4-BE49-F238E27FC236}">
                <a16:creationId xmlns="" xmlns:a16="http://schemas.microsoft.com/office/drawing/2014/main" id="{568E79A1-196A-4599-9F1F-AD39B99F122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468802" y="6227760"/>
            <a:ext cx="473075"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82" name="Picture 4" descr="Free icon download | Linkedin">
            <a:extLst>
              <a:ext uri="{FF2B5EF4-FFF2-40B4-BE49-F238E27FC236}">
                <a16:creationId xmlns="" xmlns:a16="http://schemas.microsoft.com/office/drawing/2014/main" id="{89622B52-B834-40D0-9BA5-24EF14F2A61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746881" y="1989138"/>
            <a:ext cx="325438"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83" name="Text Placeholder 25">
            <a:extLst>
              <a:ext uri="{FF2B5EF4-FFF2-40B4-BE49-F238E27FC236}">
                <a16:creationId xmlns="" xmlns:a16="http://schemas.microsoft.com/office/drawing/2014/main" id="{B8C26D43-3971-4B32-9403-96D3E3AC5656}"/>
              </a:ext>
            </a:extLst>
          </p:cNvPr>
          <p:cNvSpPr txBox="1">
            <a:spLocks noChangeArrowheads="1"/>
          </p:cNvSpPr>
          <p:nvPr/>
        </p:nvSpPr>
        <p:spPr bwMode="white">
          <a:xfrm>
            <a:off x="3048092" y="1969248"/>
            <a:ext cx="23812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ts val="2200"/>
              </a:lnSpc>
              <a:spcAft>
                <a:spcPts val="600"/>
              </a:spcAft>
              <a:buFont typeface="Arial" panose="020B0604020202020204" pitchFamily="34" charset="0"/>
              <a:defRPr>
                <a:solidFill>
                  <a:schemeClr val="tx1"/>
                </a:solidFill>
                <a:latin typeface="Verdana" panose="020B0604030504040204" pitchFamily="34" charset="0"/>
              </a:defRPr>
            </a:lvl1pPr>
            <a:lvl2pPr marL="233363" indent="-228600">
              <a:lnSpc>
                <a:spcPts val="2000"/>
              </a:lnSpc>
              <a:spcAft>
                <a:spcPts val="600"/>
              </a:spcAft>
              <a:buClr>
                <a:schemeClr val="accent1"/>
              </a:buClr>
              <a:buFont typeface="Wingdings" panose="05000000000000000000" pitchFamily="2" charset="2"/>
              <a:buChar char="§"/>
              <a:defRPr sz="1600">
                <a:solidFill>
                  <a:schemeClr val="tx1"/>
                </a:solidFill>
                <a:latin typeface="Verdana" panose="020B0604030504040204" pitchFamily="34" charset="0"/>
              </a:defRPr>
            </a:lvl2pPr>
            <a:lvl3pPr marL="457200" indent="-223838">
              <a:lnSpc>
                <a:spcPts val="1600"/>
              </a:lnSpc>
              <a:spcAft>
                <a:spcPts val="600"/>
              </a:spcAft>
              <a:buClr>
                <a:schemeClr val="accent1"/>
              </a:buClr>
              <a:buFont typeface="Arial" panose="020B0604020202020204" pitchFamily="34" charset="0"/>
              <a:buChar char="•"/>
              <a:defRPr sz="1400">
                <a:solidFill>
                  <a:schemeClr val="tx1"/>
                </a:solidFill>
                <a:latin typeface="Verdana" panose="020B0604030504040204" pitchFamily="34" charset="0"/>
              </a:defRPr>
            </a:lvl3pPr>
            <a:lvl4pPr marL="690563" indent="-233363">
              <a:lnSpc>
                <a:spcPct val="90000"/>
              </a:lnSpc>
              <a:spcAft>
                <a:spcPts val="600"/>
              </a:spcAft>
              <a:buClr>
                <a:schemeClr val="accent1"/>
              </a:buClr>
              <a:buFont typeface="Arial" panose="020B0604020202020204" pitchFamily="34" charset="0"/>
              <a:buChar char="‒"/>
              <a:defRPr sz="1200">
                <a:solidFill>
                  <a:schemeClr val="tx1"/>
                </a:solidFill>
                <a:latin typeface="Verdana" panose="020B060403050404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Verdana" panose="020B060403050404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9pPr>
          </a:lstStyle>
          <a:p>
            <a:pPr marL="0" marR="0" lvl="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a:pPr>
            <a:r>
              <a:rPr kumimoji="0" lang="nl-NL" altLang="nl-NL" sz="1100" b="0" i="0" u="none" strike="noStrike" kern="1200" cap="none" spc="0" normalizeH="0" baseline="0" noProof="0" dirty="0" smtClean="0">
                <a:ln>
                  <a:noFill/>
                </a:ln>
                <a:solidFill>
                  <a:srgbClr val="FFFFFF"/>
                </a:solidFill>
                <a:effectLst/>
                <a:uLnTx/>
                <a:uFillTx/>
                <a:latin typeface="Verdana" panose="020B0604030504040204" pitchFamily="34" charset="0"/>
                <a:ea typeface="+mn-ea"/>
                <a:cs typeface="+mn-cs"/>
              </a:rPr>
              <a:t> A4</a:t>
            </a:r>
            <a:endParaRPr kumimoji="0" lang="nl-NL" altLang="nl-NL" sz="1100" b="0" i="0" u="none" strike="noStrike" kern="1200" cap="none" spc="0" normalizeH="0" baseline="0" noProof="0" dirty="0">
              <a:ln>
                <a:noFill/>
              </a:ln>
              <a:solidFill>
                <a:srgbClr val="FFFFFF"/>
              </a:solidFill>
              <a:effectLst/>
              <a:uLnTx/>
              <a:uFillTx/>
              <a:latin typeface="Verdana" panose="020B0604030504040204" pitchFamily="34" charset="0"/>
              <a:ea typeface="+mn-ea"/>
              <a:cs typeface="+mn-cs"/>
            </a:endParaRPr>
          </a:p>
        </p:txBody>
      </p:sp>
      <p:sp>
        <p:nvSpPr>
          <p:cNvPr id="5" name="Rectangle 4">
            <a:extLst>
              <a:ext uri="{FF2B5EF4-FFF2-40B4-BE49-F238E27FC236}">
                <a16:creationId xmlns="" xmlns:a16="http://schemas.microsoft.com/office/drawing/2014/main" id="{4E726CED-1BAF-414A-893B-4626E9B6F2B4}"/>
              </a:ext>
            </a:extLst>
          </p:cNvPr>
          <p:cNvSpPr/>
          <p:nvPr/>
        </p:nvSpPr>
        <p:spPr>
          <a:xfrm>
            <a:off x="9499417" y="547041"/>
            <a:ext cx="2424112" cy="443198"/>
          </a:xfrm>
          <a:prstGeom prst="rect">
            <a:avLst/>
          </a:prstGeom>
        </p:spPr>
        <p:txBody>
          <a:bodyPr wrap="square">
            <a:sp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nl-NL" sz="10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Bachelor of Engineering </a:t>
            </a:r>
          </a:p>
          <a:p>
            <a:pPr marL="0" marR="0" lvl="0" indent="0" algn="l" defTabSz="914400" rtl="0" eaLnBrk="1" fontAlgn="auto" latinLnBrk="0" hangingPunct="1">
              <a:lnSpc>
                <a:spcPct val="114000"/>
              </a:lnSpc>
              <a:spcBef>
                <a:spcPts val="0"/>
              </a:spcBef>
              <a:spcAft>
                <a:spcPts val="0"/>
              </a:spcAft>
              <a:buClrTx/>
              <a:buSzTx/>
              <a:buFontTx/>
              <a:buNone/>
              <a:tabLst/>
              <a:defRPr/>
            </a:pPr>
            <a:r>
              <a:rPr lang="en-US" altLang="nl-NL" sz="1000" dirty="0" smtClean="0">
                <a:solidFill>
                  <a:prstClr val="black"/>
                </a:solidFill>
                <a:latin typeface="Verdana" panose="020B0604030504040204" pitchFamily="34" charset="0"/>
              </a:rPr>
              <a:t>Mechanical</a:t>
            </a:r>
            <a:r>
              <a:rPr kumimoji="0" lang="en-US" altLang="nl-NL" sz="1000" b="0" i="0" u="none" strike="noStrike" kern="1200" cap="none" spc="0" normalizeH="0" baseline="0" noProof="0" dirty="0" smtClean="0">
                <a:ln>
                  <a:noFill/>
                </a:ln>
                <a:solidFill>
                  <a:prstClr val="black"/>
                </a:solidFill>
                <a:effectLst/>
                <a:uLnTx/>
                <a:uFillTx/>
                <a:latin typeface="Verdana" panose="020B0604030504040204" pitchFamily="34" charset="0"/>
                <a:ea typeface="+mn-ea"/>
                <a:cs typeface="+mn-cs"/>
              </a:rPr>
              <a:t>: 2018- 2022</a:t>
            </a:r>
            <a:endParaRPr kumimoji="0" lang="en-US" altLang="nl-NL" sz="10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endParaRPr>
          </a:p>
        </p:txBody>
      </p:sp>
      <p:sp>
        <p:nvSpPr>
          <p:cNvPr id="6" name="Rectangle 5">
            <a:extLst>
              <a:ext uri="{FF2B5EF4-FFF2-40B4-BE49-F238E27FC236}">
                <a16:creationId xmlns="" xmlns:a16="http://schemas.microsoft.com/office/drawing/2014/main" id="{1616387D-79C4-4D2C-8F4C-617036B1459A}"/>
              </a:ext>
            </a:extLst>
          </p:cNvPr>
          <p:cNvSpPr/>
          <p:nvPr/>
        </p:nvSpPr>
        <p:spPr>
          <a:xfrm>
            <a:off x="9242029" y="939723"/>
            <a:ext cx="567784"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nl-NL" sz="1000" b="1" i="0" u="none" strike="noStrike" kern="1200" cap="none" spc="0" normalizeH="0" baseline="0" noProof="0" dirty="0">
                <a:ln>
                  <a:noFill/>
                </a:ln>
                <a:solidFill>
                  <a:srgbClr val="0070AD"/>
                </a:solidFill>
                <a:effectLst/>
                <a:uLnTx/>
                <a:uFillTx/>
                <a:latin typeface="Verdana" panose="020B0604030504040204" pitchFamily="34" charset="0"/>
                <a:ea typeface="+mn-ea"/>
                <a:cs typeface="+mn-cs"/>
              </a:rPr>
              <a:t>Skills</a:t>
            </a:r>
            <a:endParaRPr kumimoji="0" lang="en-US" sz="1000" b="0" i="0" u="none" strike="noStrike" kern="1200" cap="none" spc="0" normalizeH="0" baseline="0" noProof="0" dirty="0">
              <a:ln>
                <a:noFill/>
              </a:ln>
              <a:solidFill>
                <a:prstClr val="black"/>
              </a:solidFill>
              <a:effectLst/>
              <a:uLnTx/>
              <a:uFillTx/>
              <a:latin typeface="Verdana"/>
              <a:ea typeface="+mn-ea"/>
              <a:cs typeface="+mn-cs"/>
            </a:endParaRPr>
          </a:p>
        </p:txBody>
      </p:sp>
      <p:pic>
        <p:nvPicPr>
          <p:cNvPr id="3" name="Picture Placeholder 2"/>
          <p:cNvPicPr>
            <a:picLocks noGrp="1" noChangeAspect="1"/>
          </p:cNvPicPr>
          <p:nvPr>
            <p:ph type="pic" sz="quarter" idx="46"/>
          </p:nvPr>
        </p:nvPicPr>
        <p:blipFill>
          <a:blip r:embed="rId9">
            <a:extLst>
              <a:ext uri="{28A0092B-C50C-407E-A947-70E740481C1C}">
                <a14:useLocalDpi xmlns:a14="http://schemas.microsoft.com/office/drawing/2010/main" val="0"/>
              </a:ext>
            </a:extLst>
          </a:blip>
          <a:srcRect l="12553" r="12553"/>
          <a:stretch>
            <a:fillRect/>
          </a:stretch>
        </p:blipFill>
        <p:spPr/>
      </p:pic>
    </p:spTree>
    <p:extLst>
      <p:ext uri="{BB962C8B-B14F-4D97-AF65-F5344CB8AC3E}">
        <p14:creationId xmlns:p14="http://schemas.microsoft.com/office/powerpoint/2010/main" val="36222758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G_2012_Template">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2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ppt-template.potx" id="{19B96144-1B90-4243-8535-F36EF2586247}" vid="{2C859F1C-AF6F-49E9-BAD6-1D458EC0F9B7}"/>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33155D503BFC942A57BA969F1C4EED5" ma:contentTypeVersion="13" ma:contentTypeDescription="Create a new document." ma:contentTypeScope="" ma:versionID="c80b1f7ea370ae896a5b6e523a0cf15c">
  <xsd:schema xmlns:xsd="http://www.w3.org/2001/XMLSchema" xmlns:xs="http://www.w3.org/2001/XMLSchema" xmlns:p="http://schemas.microsoft.com/office/2006/metadata/properties" xmlns:ns3="25289c4b-8fd1-4155-b56f-82d6fa13afd3" xmlns:ns4="c43bfbf7-b5f8-4451-8464-ef79a2e28ca1" targetNamespace="http://schemas.microsoft.com/office/2006/metadata/properties" ma:root="true" ma:fieldsID="376fee7e205f44b9967171b065daf661" ns3:_="" ns4:_="">
    <xsd:import namespace="25289c4b-8fd1-4155-b56f-82d6fa13afd3"/>
    <xsd:import namespace="c43bfbf7-b5f8-4451-8464-ef79a2e28ca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GenerationTime" minOccurs="0"/>
                <xsd:element ref="ns4:MediaServiceEventHashCode" minOccurs="0"/>
                <xsd:element ref="ns4:MediaServiceLocation"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289c4b-8fd1-4155-b56f-82d6fa13afd3"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43bfbf7-b5f8-4451-8464-ef79a2e28ca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9773B3-BEED-4422-883D-E6632C7C7120}">
  <ds:schemaRefs>
    <ds:schemaRef ds:uri="http://schemas.microsoft.com/sharepoint/v3/contenttype/forms"/>
  </ds:schemaRefs>
</ds:datastoreItem>
</file>

<file path=customXml/itemProps2.xml><?xml version="1.0" encoding="utf-8"?>
<ds:datastoreItem xmlns:ds="http://schemas.openxmlformats.org/officeDocument/2006/customXml" ds:itemID="{5430857F-5B57-4BA6-87F2-356B3F6438EF}">
  <ds:schemaRefs>
    <ds:schemaRef ds:uri="http://purl.org/dc/dcmitype/"/>
    <ds:schemaRef ds:uri="http://schemas.microsoft.com/office/infopath/2007/PartnerControls"/>
    <ds:schemaRef ds:uri="http://purl.org/dc/elements/1.1/"/>
    <ds:schemaRef ds:uri="http://schemas.microsoft.com/office/2006/metadata/properties"/>
    <ds:schemaRef ds:uri="25289c4b-8fd1-4155-b56f-82d6fa13afd3"/>
    <ds:schemaRef ds:uri="http://schemas.microsoft.com/office/2006/documentManagement/types"/>
    <ds:schemaRef ds:uri="c43bfbf7-b5f8-4451-8464-ef79a2e28ca1"/>
    <ds:schemaRef ds:uri="http://schemas.openxmlformats.org/package/2006/metadata/core-properties"/>
    <ds:schemaRef ds:uri="http://www.w3.org/XML/1998/namespace"/>
    <ds:schemaRef ds:uri="http://purl.org/dc/terms/"/>
  </ds:schemaRefs>
</ds:datastoreItem>
</file>

<file path=customXml/itemProps3.xml><?xml version="1.0" encoding="utf-8"?>
<ds:datastoreItem xmlns:ds="http://schemas.openxmlformats.org/officeDocument/2006/customXml" ds:itemID="{E53A1F87-ED7F-4CA8-8D06-B3888A424E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289c4b-8fd1-4155-b56f-82d6fa13afd3"/>
    <ds:schemaRef ds:uri="c43bfbf7-b5f8-4451-8464-ef79a2e28ca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ppt-template_Capgemini-2020 (7)</Template>
  <TotalTime>2101</TotalTime>
  <Words>402</Words>
  <Application>Microsoft Office PowerPoint</Application>
  <PresentationFormat>Custom</PresentationFormat>
  <Paragraphs>71</Paragraphs>
  <Slides>1</Slides>
  <Notes>1</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4" baseType="lpstr">
      <vt:lpstr>1_CG_2012_Template</vt:lpstr>
      <vt:lpstr>2_Capgemini Master</vt:lpstr>
      <vt:lpstr>think-cell Slide</vt:lpstr>
      <vt:lpstr>PowerPoint Presentation</vt:lpstr>
    </vt:vector>
  </TitlesOfParts>
  <Company>Capgemini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Bapat, Rashmi</dc:creator>
  <cp:lastModifiedBy>Hritik Ray</cp:lastModifiedBy>
  <cp:revision>103</cp:revision>
  <dcterms:created xsi:type="dcterms:W3CDTF">2020-09-22T06:24:34Z</dcterms:created>
  <dcterms:modified xsi:type="dcterms:W3CDTF">2022-07-03T08:16:05Z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0x010100C33155D503BFC942A57BA969F1C4EED5</vt:lpwstr>
  </property>
</Properties>
</file>